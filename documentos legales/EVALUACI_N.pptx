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13.xml" ContentType="application/vnd.openxmlformats-officedocument.theme+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theme/theme14.xml" ContentType="application/vnd.openxmlformats-officedocument.theme+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theme/theme1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 id="2147483708" r:id="rId5"/>
    <p:sldMasterId id="2147483720" r:id="rId6"/>
    <p:sldMasterId id="2147483732" r:id="rId7"/>
    <p:sldMasterId id="2147483744" r:id="rId8"/>
    <p:sldMasterId id="2147483756" r:id="rId9"/>
    <p:sldMasterId id="2147483768" r:id="rId10"/>
    <p:sldMasterId id="2147483780" r:id="rId11"/>
    <p:sldMasterId id="2147483792" r:id="rId12"/>
    <p:sldMasterId id="2147483804" r:id="rId13"/>
    <p:sldMasterId id="2147483816" r:id="rId14"/>
    <p:sldMasterId id="2147483828" r:id="rId15"/>
  </p:sldMasterIdLst>
  <p:sldIdLst>
    <p:sldId id="26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Lst>
  <p:sldSz cx="12192000" cy="6858000"/>
  <p:notesSz cx="6858000" cy="9144000"/>
  <p:defaultText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theme" Target="theme/theme1.xml"/><Relationship Id="rId8" Type="http://schemas.openxmlformats.org/officeDocument/2006/relationships/slideMaster" Target="slideMasters/slideMaster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353518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848973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654031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712609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363822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997812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277131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88138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3544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051631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500962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403506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241833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2515197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648373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5310240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11025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0941937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8947670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5949324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1319927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9263957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281208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065995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0625553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91327279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6659775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355168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078969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0874942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6518015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2503063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2623737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2859472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6868733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313292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5450727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8983229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85335979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7539314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2399419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0127256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6625875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4326880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D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DO"/>
          </a:p>
        </p:txBody>
      </p:sp>
      <p:sp>
        <p:nvSpPr>
          <p:cNvPr id="4" name="Marcador de fecha 3"/>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7219458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DO"/>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4" name="Marcador de fecha 3"/>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3540126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D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0020720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DO"/>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5" name="Marcador de fecha 4"/>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7281844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D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7" name="Marcador de fecha 6"/>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676062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DO"/>
          </a:p>
        </p:txBody>
      </p:sp>
      <p:sp>
        <p:nvSpPr>
          <p:cNvPr id="3" name="Marcador de fecha 2"/>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0913137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5853897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D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22183310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D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6164138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DO"/>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4" name="Marcador de fecha 3"/>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06373468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D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4" name="Marcador de fecha 3"/>
          <p:cNvSpPr>
            <a:spLocks noGrp="1"/>
          </p:cNvSpPr>
          <p:nvPr>
            <p:ph type="dt" sz="half" idx="10"/>
          </p:nvPr>
        </p:nvSpPr>
        <p:spPr/>
        <p:txBody>
          <a:body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p:cNvSpPr>
            <a:spLocks noGrp="1"/>
          </p:cNvSpPr>
          <p:nvPr>
            <p:ph type="sldNum" sz="quarter" idx="12"/>
          </p:nvPr>
        </p:nvSpPr>
        <p:spPr/>
        <p:txBody>
          <a:body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20233833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6EECF199-6AF9-13C3-9D54-D582D58A013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 xmlns:a16="http://schemas.microsoft.com/office/drawing/2014/main" id="{1035577C-AF16-ADA2-E774-E4ACDB3E4B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 xmlns:a16="http://schemas.microsoft.com/office/drawing/2014/main" id="{8D9C8815-7109-97EC-A63C-A13A21995DDF}"/>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5" name="Marcador de pie de página 4">
            <a:extLst>
              <a:ext uri="{FF2B5EF4-FFF2-40B4-BE49-F238E27FC236}">
                <a16:creationId xmlns="" xmlns:a16="http://schemas.microsoft.com/office/drawing/2014/main" id="{1CCD01CA-97FD-0075-18A4-52ADB86FD256}"/>
              </a:ext>
            </a:extLst>
          </p:cNvPr>
          <p:cNvSpPr>
            <a:spLocks noGrp="1"/>
          </p:cNvSpPr>
          <p:nvPr>
            <p:ph type="ftr" sz="quarter" idx="11"/>
          </p:nvPr>
        </p:nvSpPr>
        <p:spPr/>
        <p:txBody>
          <a:bodyPr/>
          <a:lstStyle/>
          <a:p>
            <a:endParaRPr lang="es-ES">
              <a:solidFill>
                <a:prstClr val="black">
                  <a:tint val="75000"/>
                </a:prstClr>
              </a:solidFill>
            </a:endParaRPr>
          </a:p>
        </p:txBody>
      </p:sp>
      <p:sp>
        <p:nvSpPr>
          <p:cNvPr id="6" name="Marcador de número de diapositiva 5">
            <a:extLst>
              <a:ext uri="{FF2B5EF4-FFF2-40B4-BE49-F238E27FC236}">
                <a16:creationId xmlns="" xmlns:a16="http://schemas.microsoft.com/office/drawing/2014/main" id="{ECC272F5-6CBE-AF8D-A333-F58E8B9928D2}"/>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65196375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B42DC4A3-3F53-E3DC-E238-BED73206E267}"/>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 xmlns:a16="http://schemas.microsoft.com/office/drawing/2014/main" id="{DE64816C-3CC9-20AE-681C-9853D3CB9D5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 xmlns:a16="http://schemas.microsoft.com/office/drawing/2014/main" id="{C99791AD-12F2-1E6B-0B85-56931C648879}"/>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5" name="Marcador de pie de página 4">
            <a:extLst>
              <a:ext uri="{FF2B5EF4-FFF2-40B4-BE49-F238E27FC236}">
                <a16:creationId xmlns="" xmlns:a16="http://schemas.microsoft.com/office/drawing/2014/main" id="{FC5B4CE1-2418-A502-8FAA-FB9854AA5BF3}"/>
              </a:ext>
            </a:extLst>
          </p:cNvPr>
          <p:cNvSpPr>
            <a:spLocks noGrp="1"/>
          </p:cNvSpPr>
          <p:nvPr>
            <p:ph type="ftr" sz="quarter" idx="11"/>
          </p:nvPr>
        </p:nvSpPr>
        <p:spPr/>
        <p:txBody>
          <a:bodyPr/>
          <a:lstStyle/>
          <a:p>
            <a:endParaRPr lang="es-ES">
              <a:solidFill>
                <a:prstClr val="black">
                  <a:tint val="75000"/>
                </a:prstClr>
              </a:solidFill>
            </a:endParaRPr>
          </a:p>
        </p:txBody>
      </p:sp>
      <p:sp>
        <p:nvSpPr>
          <p:cNvPr id="6" name="Marcador de número de diapositiva 5">
            <a:extLst>
              <a:ext uri="{FF2B5EF4-FFF2-40B4-BE49-F238E27FC236}">
                <a16:creationId xmlns="" xmlns:a16="http://schemas.microsoft.com/office/drawing/2014/main" id="{B1105EC9-8CD1-E284-8FCD-C8E6E281DC4C}"/>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402911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3151C8C-FD3E-649B-D4F8-E65AD306139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 xmlns:a16="http://schemas.microsoft.com/office/drawing/2014/main" id="{2F338DC2-C964-CA02-393F-62F6511662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 xmlns:a16="http://schemas.microsoft.com/office/drawing/2014/main" id="{AEF3ED58-6C05-6E26-58F2-CE14EC42577D}"/>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5" name="Marcador de pie de página 4">
            <a:extLst>
              <a:ext uri="{FF2B5EF4-FFF2-40B4-BE49-F238E27FC236}">
                <a16:creationId xmlns="" xmlns:a16="http://schemas.microsoft.com/office/drawing/2014/main" id="{649A7EA1-8571-C020-9806-07A31D96E330}"/>
              </a:ext>
            </a:extLst>
          </p:cNvPr>
          <p:cNvSpPr>
            <a:spLocks noGrp="1"/>
          </p:cNvSpPr>
          <p:nvPr>
            <p:ph type="ftr" sz="quarter" idx="11"/>
          </p:nvPr>
        </p:nvSpPr>
        <p:spPr/>
        <p:txBody>
          <a:bodyPr/>
          <a:lstStyle/>
          <a:p>
            <a:endParaRPr lang="es-ES">
              <a:solidFill>
                <a:prstClr val="black">
                  <a:tint val="75000"/>
                </a:prstClr>
              </a:solidFill>
            </a:endParaRPr>
          </a:p>
        </p:txBody>
      </p:sp>
      <p:sp>
        <p:nvSpPr>
          <p:cNvPr id="6" name="Marcador de número de diapositiva 5">
            <a:extLst>
              <a:ext uri="{FF2B5EF4-FFF2-40B4-BE49-F238E27FC236}">
                <a16:creationId xmlns="" xmlns:a16="http://schemas.microsoft.com/office/drawing/2014/main" id="{D9C4D906-E6F1-E46C-FB64-73FC3469ED10}"/>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507237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74541554-0C46-581E-A39D-D64B501C571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 xmlns:a16="http://schemas.microsoft.com/office/drawing/2014/main" id="{1B9A624F-6F85-3789-CC0D-FE24484B155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 xmlns:a16="http://schemas.microsoft.com/office/drawing/2014/main" id="{37A4135E-280C-7E7E-D501-DCB8285726D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 xmlns:a16="http://schemas.microsoft.com/office/drawing/2014/main" id="{2FE4B916-588C-07DC-E1D5-807C39DC5468}"/>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6" name="Marcador de pie de página 5">
            <a:extLst>
              <a:ext uri="{FF2B5EF4-FFF2-40B4-BE49-F238E27FC236}">
                <a16:creationId xmlns="" xmlns:a16="http://schemas.microsoft.com/office/drawing/2014/main" id="{C48775E6-946D-BDBF-73A5-644DB657456F}"/>
              </a:ext>
            </a:extLst>
          </p:cNvPr>
          <p:cNvSpPr>
            <a:spLocks noGrp="1"/>
          </p:cNvSpPr>
          <p:nvPr>
            <p:ph type="ftr" sz="quarter" idx="11"/>
          </p:nvPr>
        </p:nvSpPr>
        <p:spPr/>
        <p:txBody>
          <a:bodyPr/>
          <a:lstStyle/>
          <a:p>
            <a:endParaRPr lang="es-ES">
              <a:solidFill>
                <a:prstClr val="black">
                  <a:tint val="75000"/>
                </a:prstClr>
              </a:solidFill>
            </a:endParaRPr>
          </a:p>
        </p:txBody>
      </p:sp>
      <p:sp>
        <p:nvSpPr>
          <p:cNvPr id="7" name="Marcador de número de diapositiva 6">
            <a:extLst>
              <a:ext uri="{FF2B5EF4-FFF2-40B4-BE49-F238E27FC236}">
                <a16:creationId xmlns="" xmlns:a16="http://schemas.microsoft.com/office/drawing/2014/main" id="{6937D77E-E6E4-82C5-5422-C13EE9C37BAB}"/>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83227620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8469F6CF-BBB1-7234-5CC6-4D1E09536E54}"/>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 xmlns:a16="http://schemas.microsoft.com/office/drawing/2014/main" id="{7F022803-DE08-1947-E70A-265612F458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 xmlns:a16="http://schemas.microsoft.com/office/drawing/2014/main" id="{C5D85F91-AB40-2F24-ED87-04A58F3DCE4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 xmlns:a16="http://schemas.microsoft.com/office/drawing/2014/main" id="{1300B568-BF32-0E56-1C79-301392BEF8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 xmlns:a16="http://schemas.microsoft.com/office/drawing/2014/main" id="{E15040A6-401B-5A2E-5DD0-3753B69961D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 xmlns:a16="http://schemas.microsoft.com/office/drawing/2014/main" id="{F8595500-8CA1-84E2-AD1C-4ACD3D521045}"/>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8" name="Marcador de pie de página 7">
            <a:extLst>
              <a:ext uri="{FF2B5EF4-FFF2-40B4-BE49-F238E27FC236}">
                <a16:creationId xmlns="" xmlns:a16="http://schemas.microsoft.com/office/drawing/2014/main" id="{81A59FDF-0770-D604-629D-CC541BEDB5F5}"/>
              </a:ext>
            </a:extLst>
          </p:cNvPr>
          <p:cNvSpPr>
            <a:spLocks noGrp="1"/>
          </p:cNvSpPr>
          <p:nvPr>
            <p:ph type="ftr" sz="quarter" idx="11"/>
          </p:nvPr>
        </p:nvSpPr>
        <p:spPr/>
        <p:txBody>
          <a:bodyPr/>
          <a:lstStyle/>
          <a:p>
            <a:endParaRPr lang="es-ES">
              <a:solidFill>
                <a:prstClr val="black">
                  <a:tint val="75000"/>
                </a:prstClr>
              </a:solidFill>
            </a:endParaRPr>
          </a:p>
        </p:txBody>
      </p:sp>
      <p:sp>
        <p:nvSpPr>
          <p:cNvPr id="9" name="Marcador de número de diapositiva 8">
            <a:extLst>
              <a:ext uri="{FF2B5EF4-FFF2-40B4-BE49-F238E27FC236}">
                <a16:creationId xmlns="" xmlns:a16="http://schemas.microsoft.com/office/drawing/2014/main" id="{A6F1EA4E-BB5A-A4A0-E4E7-AF4EB1A8E550}"/>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19832692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2828C726-8BDE-F2A2-B3CA-452C5DBFE3A0}"/>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 xmlns:a16="http://schemas.microsoft.com/office/drawing/2014/main" id="{B13A2877-D2B1-03BE-707E-71516E0FA694}"/>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4" name="Marcador de pie de página 3">
            <a:extLst>
              <a:ext uri="{FF2B5EF4-FFF2-40B4-BE49-F238E27FC236}">
                <a16:creationId xmlns="" xmlns:a16="http://schemas.microsoft.com/office/drawing/2014/main" id="{96F601BD-3B31-074A-170F-55A448B3580C}"/>
              </a:ext>
            </a:extLst>
          </p:cNvPr>
          <p:cNvSpPr>
            <a:spLocks noGrp="1"/>
          </p:cNvSpPr>
          <p:nvPr>
            <p:ph type="ftr" sz="quarter" idx="11"/>
          </p:nvPr>
        </p:nvSpPr>
        <p:spPr/>
        <p:txBody>
          <a:bodyPr/>
          <a:lstStyle/>
          <a:p>
            <a:endParaRPr lang="es-ES">
              <a:solidFill>
                <a:prstClr val="black">
                  <a:tint val="75000"/>
                </a:prstClr>
              </a:solidFill>
            </a:endParaRPr>
          </a:p>
        </p:txBody>
      </p:sp>
      <p:sp>
        <p:nvSpPr>
          <p:cNvPr id="5" name="Marcador de número de diapositiva 4">
            <a:extLst>
              <a:ext uri="{FF2B5EF4-FFF2-40B4-BE49-F238E27FC236}">
                <a16:creationId xmlns="" xmlns:a16="http://schemas.microsoft.com/office/drawing/2014/main" id="{12ADE150-04F8-79E7-7DD9-DFB17FB107AC}"/>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19050398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 xmlns:a16="http://schemas.microsoft.com/office/drawing/2014/main" id="{660619D8-9AD8-C638-8B11-FFDB57758F79}"/>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3" name="Marcador de pie de página 2">
            <a:extLst>
              <a:ext uri="{FF2B5EF4-FFF2-40B4-BE49-F238E27FC236}">
                <a16:creationId xmlns="" xmlns:a16="http://schemas.microsoft.com/office/drawing/2014/main" id="{9A6D91A5-2FB3-6370-FDC1-297C58420DF9}"/>
              </a:ext>
            </a:extLst>
          </p:cNvPr>
          <p:cNvSpPr>
            <a:spLocks noGrp="1"/>
          </p:cNvSpPr>
          <p:nvPr>
            <p:ph type="ftr" sz="quarter" idx="11"/>
          </p:nvPr>
        </p:nvSpPr>
        <p:spPr/>
        <p:txBody>
          <a:bodyPr/>
          <a:lstStyle/>
          <a:p>
            <a:endParaRPr lang="es-ES">
              <a:solidFill>
                <a:prstClr val="black">
                  <a:tint val="75000"/>
                </a:prstClr>
              </a:solidFill>
            </a:endParaRPr>
          </a:p>
        </p:txBody>
      </p:sp>
      <p:sp>
        <p:nvSpPr>
          <p:cNvPr id="4" name="Marcador de número de diapositiva 3">
            <a:extLst>
              <a:ext uri="{FF2B5EF4-FFF2-40B4-BE49-F238E27FC236}">
                <a16:creationId xmlns="" xmlns:a16="http://schemas.microsoft.com/office/drawing/2014/main" id="{451BCB4F-86D1-65E1-A572-7E15E0B94838}"/>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13656807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F3C5890F-21AF-C2B9-741D-42848D13829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 xmlns:a16="http://schemas.microsoft.com/office/drawing/2014/main" id="{004035E1-1558-4262-684F-5BBF9BF213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 xmlns:a16="http://schemas.microsoft.com/office/drawing/2014/main" id="{E888701F-798C-35BB-5926-21DB596070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0F955484-5E04-8969-3C7E-E80EFC44DD4E}"/>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6" name="Marcador de pie de página 5">
            <a:extLst>
              <a:ext uri="{FF2B5EF4-FFF2-40B4-BE49-F238E27FC236}">
                <a16:creationId xmlns="" xmlns:a16="http://schemas.microsoft.com/office/drawing/2014/main" id="{9F1A29DA-0189-C38E-BEA6-A28EED5E99DC}"/>
              </a:ext>
            </a:extLst>
          </p:cNvPr>
          <p:cNvSpPr>
            <a:spLocks noGrp="1"/>
          </p:cNvSpPr>
          <p:nvPr>
            <p:ph type="ftr" sz="quarter" idx="11"/>
          </p:nvPr>
        </p:nvSpPr>
        <p:spPr/>
        <p:txBody>
          <a:bodyPr/>
          <a:lstStyle/>
          <a:p>
            <a:endParaRPr lang="es-ES">
              <a:solidFill>
                <a:prstClr val="black">
                  <a:tint val="75000"/>
                </a:prstClr>
              </a:solidFill>
            </a:endParaRPr>
          </a:p>
        </p:txBody>
      </p:sp>
      <p:sp>
        <p:nvSpPr>
          <p:cNvPr id="7" name="Marcador de número de diapositiva 6">
            <a:extLst>
              <a:ext uri="{FF2B5EF4-FFF2-40B4-BE49-F238E27FC236}">
                <a16:creationId xmlns="" xmlns:a16="http://schemas.microsoft.com/office/drawing/2014/main" id="{4CA7EE22-54F9-3643-A625-0ED19641A457}"/>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01408619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DBF59551-CE71-BFEF-5219-B27DEDD9BAA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 xmlns:a16="http://schemas.microsoft.com/office/drawing/2014/main" id="{F8C25C04-81A6-2B58-2C0D-84C7E0824A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 xmlns:a16="http://schemas.microsoft.com/office/drawing/2014/main" id="{0B8C94ED-A4E6-BC7D-069C-DCFB58A229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 xmlns:a16="http://schemas.microsoft.com/office/drawing/2014/main" id="{81316DE4-CBEE-1BB9-3A34-BC03ACDFB78E}"/>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6" name="Marcador de pie de página 5">
            <a:extLst>
              <a:ext uri="{FF2B5EF4-FFF2-40B4-BE49-F238E27FC236}">
                <a16:creationId xmlns="" xmlns:a16="http://schemas.microsoft.com/office/drawing/2014/main" id="{E5DF187A-4FC7-E1FE-9884-EEDABA3D0A64}"/>
              </a:ext>
            </a:extLst>
          </p:cNvPr>
          <p:cNvSpPr>
            <a:spLocks noGrp="1"/>
          </p:cNvSpPr>
          <p:nvPr>
            <p:ph type="ftr" sz="quarter" idx="11"/>
          </p:nvPr>
        </p:nvSpPr>
        <p:spPr/>
        <p:txBody>
          <a:bodyPr/>
          <a:lstStyle/>
          <a:p>
            <a:endParaRPr lang="es-ES">
              <a:solidFill>
                <a:prstClr val="black">
                  <a:tint val="75000"/>
                </a:prstClr>
              </a:solidFill>
            </a:endParaRPr>
          </a:p>
        </p:txBody>
      </p:sp>
      <p:sp>
        <p:nvSpPr>
          <p:cNvPr id="7" name="Marcador de número de diapositiva 6">
            <a:extLst>
              <a:ext uri="{FF2B5EF4-FFF2-40B4-BE49-F238E27FC236}">
                <a16:creationId xmlns="" xmlns:a16="http://schemas.microsoft.com/office/drawing/2014/main" id="{DBBDE119-B0EE-A94E-2EE2-D3755A19B58A}"/>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82165146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 xmlns:a16="http://schemas.microsoft.com/office/drawing/2014/main" id="{E1E1B499-AF9E-CD71-222A-ED511079A67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 xmlns:a16="http://schemas.microsoft.com/office/drawing/2014/main" id="{4FE2A6B7-E64F-3EA7-9D06-4BB60208A7F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 xmlns:a16="http://schemas.microsoft.com/office/drawing/2014/main" id="{EDCC49C9-6B7C-6B3C-2A22-02B6BD4B0C23}"/>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5" name="Marcador de pie de página 4">
            <a:extLst>
              <a:ext uri="{FF2B5EF4-FFF2-40B4-BE49-F238E27FC236}">
                <a16:creationId xmlns="" xmlns:a16="http://schemas.microsoft.com/office/drawing/2014/main" id="{4F3F58AE-B22A-CB2A-F525-747C225BA352}"/>
              </a:ext>
            </a:extLst>
          </p:cNvPr>
          <p:cNvSpPr>
            <a:spLocks noGrp="1"/>
          </p:cNvSpPr>
          <p:nvPr>
            <p:ph type="ftr" sz="quarter" idx="11"/>
          </p:nvPr>
        </p:nvSpPr>
        <p:spPr/>
        <p:txBody>
          <a:bodyPr/>
          <a:lstStyle/>
          <a:p>
            <a:endParaRPr lang="es-ES">
              <a:solidFill>
                <a:prstClr val="black">
                  <a:tint val="75000"/>
                </a:prstClr>
              </a:solidFill>
            </a:endParaRPr>
          </a:p>
        </p:txBody>
      </p:sp>
      <p:sp>
        <p:nvSpPr>
          <p:cNvPr id="6" name="Marcador de número de diapositiva 5">
            <a:extLst>
              <a:ext uri="{FF2B5EF4-FFF2-40B4-BE49-F238E27FC236}">
                <a16:creationId xmlns="" xmlns:a16="http://schemas.microsoft.com/office/drawing/2014/main" id="{B530F8BC-BCD9-B6AF-BD0A-5C086DAC9FB3}"/>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24702788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 xmlns:a16="http://schemas.microsoft.com/office/drawing/2014/main" id="{9F41E8B5-6924-A9D6-371D-90306950498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 xmlns:a16="http://schemas.microsoft.com/office/drawing/2014/main" id="{1F6F67DC-974B-A836-581A-C3A8699658D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 xmlns:a16="http://schemas.microsoft.com/office/drawing/2014/main" id="{4EFBA1AC-2EC4-1F6F-2DB1-B046A448AC7D}"/>
              </a:ext>
            </a:extLst>
          </p:cNvPr>
          <p:cNvSpPr>
            <a:spLocks noGrp="1"/>
          </p:cNvSpPr>
          <p:nvPr>
            <p:ph type="dt" sz="half" idx="10"/>
          </p:nvPr>
        </p:nvSpPr>
        <p:spPr/>
        <p:txBody>
          <a:body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5" name="Marcador de pie de página 4">
            <a:extLst>
              <a:ext uri="{FF2B5EF4-FFF2-40B4-BE49-F238E27FC236}">
                <a16:creationId xmlns="" xmlns:a16="http://schemas.microsoft.com/office/drawing/2014/main" id="{7F981789-B730-954C-3B4C-18046153C43C}"/>
              </a:ext>
            </a:extLst>
          </p:cNvPr>
          <p:cNvSpPr>
            <a:spLocks noGrp="1"/>
          </p:cNvSpPr>
          <p:nvPr>
            <p:ph type="ftr" sz="quarter" idx="11"/>
          </p:nvPr>
        </p:nvSpPr>
        <p:spPr/>
        <p:txBody>
          <a:bodyPr/>
          <a:lstStyle/>
          <a:p>
            <a:endParaRPr lang="es-ES">
              <a:solidFill>
                <a:prstClr val="black">
                  <a:tint val="75000"/>
                </a:prstClr>
              </a:solidFill>
            </a:endParaRPr>
          </a:p>
        </p:txBody>
      </p:sp>
      <p:sp>
        <p:nvSpPr>
          <p:cNvPr id="6" name="Marcador de número de diapositiva 5">
            <a:extLst>
              <a:ext uri="{FF2B5EF4-FFF2-40B4-BE49-F238E27FC236}">
                <a16:creationId xmlns="" xmlns:a16="http://schemas.microsoft.com/office/drawing/2014/main" id="{B25FCBE0-CC26-0DBC-9982-FCCF1F9CE076}"/>
              </a:ext>
            </a:extLst>
          </p:cNvPr>
          <p:cNvSpPr>
            <a:spLocks noGrp="1"/>
          </p:cNvSpPr>
          <p:nvPr>
            <p:ph type="sldNum" sz="quarter" idx="12"/>
          </p:nvPr>
        </p:nvSpPr>
        <p:spPr/>
        <p:txBody>
          <a:body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4184024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09469956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1697613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65841140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92794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8994276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52702600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75681005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56758879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70157661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62582794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5910818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55328103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63243158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15809065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67339046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29460959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3536983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640893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4587771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71426132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95102497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07922010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07330060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75114133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0911548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9853414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11803118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78867964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760462243"/>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09946577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82033344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36206610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89111566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246884287"/>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8776771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6422552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63215148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25129648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7580167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58550279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15971301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73314039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60842862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47258905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29358472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48162503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090057243"/>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63777691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43890656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14217298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522673450"/>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35644887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22132636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24962342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61012888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02199713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0979061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06540893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596295151"/>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3934406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69888844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42143508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21003832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81356036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114171205"/>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86659894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49738737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65628983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576358343"/>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91325219"/>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27776947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54575747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56593953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858408562"/>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50575820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60377752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25925201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6694972"/>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128402134"/>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681700754"/>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899366042"/>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048810718"/>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18658848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479907096"/>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8560365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56624394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68254557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17962235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62CD22B9-0144-9D68-0F83-BBEC141CB5A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DO"/>
          </a:p>
        </p:txBody>
      </p:sp>
      <p:sp>
        <p:nvSpPr>
          <p:cNvPr id="3" name="Subtítulo 2">
            <a:extLst>
              <a:ext uri="{FF2B5EF4-FFF2-40B4-BE49-F238E27FC236}">
                <a16:creationId xmlns:a16="http://schemas.microsoft.com/office/drawing/2014/main" xmlns="" id="{9EF89238-5DBA-3C9F-D6C7-81AB0C9A19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DO"/>
          </a:p>
        </p:txBody>
      </p:sp>
      <p:sp>
        <p:nvSpPr>
          <p:cNvPr id="4" name="Marcador de fecha 3">
            <a:extLst>
              <a:ext uri="{FF2B5EF4-FFF2-40B4-BE49-F238E27FC236}">
                <a16:creationId xmlns:a16="http://schemas.microsoft.com/office/drawing/2014/main" xmlns="" id="{3C710E3E-0449-2CA4-4643-07C4F6279F12}"/>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7FE3ECBE-883F-45EE-E7F2-3C31D1DFD3DA}"/>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DEEB6B75-97EC-DB41-A035-A6C3FC39D69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656067837"/>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F1FD7A-C0A9-299E-8C1F-F13B54FF844D}"/>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D33D4E4B-C161-6AB4-9833-45CF322AD54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32191512-2733-156A-5F92-B9A2C4FEFB1C}"/>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0AF8BDD-7A42-D691-B144-D1566CFEE5A0}"/>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52B3F22-0336-8AF0-0668-0DD093A11805}"/>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128598190"/>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80E5F54-FD96-08B8-590E-3ACF6A54312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CC7E7E0D-D90C-8B41-EEE4-38AFA7BD32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xmlns="" id="{FF401007-BA37-E419-B214-210895012BFE}"/>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F2083833-B938-94C3-F455-D58D03D7EFC3}"/>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ED792137-6848-FF08-E8C1-569DAF58106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78668282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BF428A5B-110B-F36F-FDEE-55DCCA2AD877}"/>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C341B6AC-F220-EE9E-E14D-0034FA0B121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contenido 3">
            <a:extLst>
              <a:ext uri="{FF2B5EF4-FFF2-40B4-BE49-F238E27FC236}">
                <a16:creationId xmlns:a16="http://schemas.microsoft.com/office/drawing/2014/main" xmlns="" id="{2742EF6A-C06C-79D5-759B-65C401A9D45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fecha 4">
            <a:extLst>
              <a:ext uri="{FF2B5EF4-FFF2-40B4-BE49-F238E27FC236}">
                <a16:creationId xmlns:a16="http://schemas.microsoft.com/office/drawing/2014/main" xmlns="" id="{46D7E392-B6AF-BE61-EB50-D83F451A00A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1EC3FF28-D57D-1161-2E3C-E84F49862A42}"/>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7946F03C-8B92-FEAF-0625-8694C10275FF}"/>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44886275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FA90B93-22EE-79F8-C17F-3279BB78711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EF16EAA2-1388-EE4F-4723-C884FF560F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xmlns="" id="{C3474412-A07A-DC1C-C297-C6E0B8B73AB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5" name="Marcador de texto 4">
            <a:extLst>
              <a:ext uri="{FF2B5EF4-FFF2-40B4-BE49-F238E27FC236}">
                <a16:creationId xmlns:a16="http://schemas.microsoft.com/office/drawing/2014/main" xmlns="" id="{F582FAB3-D714-F544-EBB6-60EF65D01C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xmlns="" id="{C6CA400A-780B-01CF-56BC-53E51215009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7" name="Marcador de fecha 6">
            <a:extLst>
              <a:ext uri="{FF2B5EF4-FFF2-40B4-BE49-F238E27FC236}">
                <a16:creationId xmlns:a16="http://schemas.microsoft.com/office/drawing/2014/main" xmlns="" id="{B5EBB748-E96F-86A3-C478-B0C11CE9A66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8" name="Marcador de pie de página 7">
            <a:extLst>
              <a:ext uri="{FF2B5EF4-FFF2-40B4-BE49-F238E27FC236}">
                <a16:creationId xmlns:a16="http://schemas.microsoft.com/office/drawing/2014/main" xmlns="" id="{957B5EF1-37F0-70E6-6ACF-9BBA0F08C871}"/>
              </a:ext>
            </a:extLst>
          </p:cNvPr>
          <p:cNvSpPr>
            <a:spLocks noGrp="1"/>
          </p:cNvSpPr>
          <p:nvPr>
            <p:ph type="ftr" sz="quarter" idx="11"/>
          </p:nvPr>
        </p:nvSpPr>
        <p:spPr/>
        <p:txBody>
          <a:bodyPr/>
          <a:lstStyle/>
          <a:p>
            <a:endParaRPr lang="es-DO">
              <a:solidFill>
                <a:prstClr val="black">
                  <a:tint val="75000"/>
                </a:prstClr>
              </a:solidFill>
            </a:endParaRPr>
          </a:p>
        </p:txBody>
      </p:sp>
      <p:sp>
        <p:nvSpPr>
          <p:cNvPr id="9" name="Marcador de número de diapositiva 8">
            <a:extLst>
              <a:ext uri="{FF2B5EF4-FFF2-40B4-BE49-F238E27FC236}">
                <a16:creationId xmlns:a16="http://schemas.microsoft.com/office/drawing/2014/main" xmlns="" id="{AA505E45-96B2-F56D-A5C5-8BD7D3A571B1}"/>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53671360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5E66502D-9FC0-ABB6-F327-999FB66E94D3}"/>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fecha 2">
            <a:extLst>
              <a:ext uri="{FF2B5EF4-FFF2-40B4-BE49-F238E27FC236}">
                <a16:creationId xmlns:a16="http://schemas.microsoft.com/office/drawing/2014/main" xmlns="" id="{487F2FB8-99F3-44B4-F462-42D3534077F0}"/>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4" name="Marcador de pie de página 3">
            <a:extLst>
              <a:ext uri="{FF2B5EF4-FFF2-40B4-BE49-F238E27FC236}">
                <a16:creationId xmlns:a16="http://schemas.microsoft.com/office/drawing/2014/main" xmlns="" id="{8CDA0035-4F7D-8A31-006E-9273E9476D9E}"/>
              </a:ext>
            </a:extLst>
          </p:cNvPr>
          <p:cNvSpPr>
            <a:spLocks noGrp="1"/>
          </p:cNvSpPr>
          <p:nvPr>
            <p:ph type="ftr" sz="quarter" idx="11"/>
          </p:nvPr>
        </p:nvSpPr>
        <p:spPr/>
        <p:txBody>
          <a:bodyPr/>
          <a:lstStyle/>
          <a:p>
            <a:endParaRPr lang="es-DO">
              <a:solidFill>
                <a:prstClr val="black">
                  <a:tint val="75000"/>
                </a:prstClr>
              </a:solidFill>
            </a:endParaRPr>
          </a:p>
        </p:txBody>
      </p:sp>
      <p:sp>
        <p:nvSpPr>
          <p:cNvPr id="5" name="Marcador de número de diapositiva 4">
            <a:extLst>
              <a:ext uri="{FF2B5EF4-FFF2-40B4-BE49-F238E27FC236}">
                <a16:creationId xmlns:a16="http://schemas.microsoft.com/office/drawing/2014/main" xmlns="" id="{F570FE72-9D93-4B77-D9CF-2CFF25CFCC59}"/>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18338570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xmlns="" id="{1C20E4A5-66BB-1C0D-A8A0-F5B8459F63D8}"/>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3" name="Marcador de pie de página 2">
            <a:extLst>
              <a:ext uri="{FF2B5EF4-FFF2-40B4-BE49-F238E27FC236}">
                <a16:creationId xmlns:a16="http://schemas.microsoft.com/office/drawing/2014/main" xmlns="" id="{B7E60E27-23F6-3D80-DAC9-D008F07861FD}"/>
              </a:ext>
            </a:extLst>
          </p:cNvPr>
          <p:cNvSpPr>
            <a:spLocks noGrp="1"/>
          </p:cNvSpPr>
          <p:nvPr>
            <p:ph type="ftr" sz="quarter" idx="11"/>
          </p:nvPr>
        </p:nvSpPr>
        <p:spPr/>
        <p:txBody>
          <a:bodyPr/>
          <a:lstStyle/>
          <a:p>
            <a:endParaRPr lang="es-DO">
              <a:solidFill>
                <a:prstClr val="black">
                  <a:tint val="75000"/>
                </a:prstClr>
              </a:solidFill>
            </a:endParaRPr>
          </a:p>
        </p:txBody>
      </p:sp>
      <p:sp>
        <p:nvSpPr>
          <p:cNvPr id="4" name="Marcador de número de diapositiva 3">
            <a:extLst>
              <a:ext uri="{FF2B5EF4-FFF2-40B4-BE49-F238E27FC236}">
                <a16:creationId xmlns:a16="http://schemas.microsoft.com/office/drawing/2014/main" xmlns="" id="{366B08CA-FC8C-BDA5-C3F7-D691A1CAE4A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7049227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A575E110-EB8B-C648-55F1-7E9453EDBFC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contenido 2">
            <a:extLst>
              <a:ext uri="{FF2B5EF4-FFF2-40B4-BE49-F238E27FC236}">
                <a16:creationId xmlns:a16="http://schemas.microsoft.com/office/drawing/2014/main" xmlns="" id="{0B664064-27C2-3C6C-84A4-B33AB5A6C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texto 3">
            <a:extLst>
              <a:ext uri="{FF2B5EF4-FFF2-40B4-BE49-F238E27FC236}">
                <a16:creationId xmlns:a16="http://schemas.microsoft.com/office/drawing/2014/main" xmlns="" id="{86E3E385-2C00-D681-5951-3E2D6E643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DA75D518-BB70-A750-1EFB-220CB45236B6}"/>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D931939C-79C0-E0C0-432A-319D8F544BEF}"/>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312F7441-D037-A4B9-AD3C-69BF6200F90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742043613"/>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47A5237F-F33F-B397-E0DC-D703C954C65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DO"/>
          </a:p>
        </p:txBody>
      </p:sp>
      <p:sp>
        <p:nvSpPr>
          <p:cNvPr id="3" name="Marcador de posición de imagen 2">
            <a:extLst>
              <a:ext uri="{FF2B5EF4-FFF2-40B4-BE49-F238E27FC236}">
                <a16:creationId xmlns:a16="http://schemas.microsoft.com/office/drawing/2014/main" xmlns="" id="{18E50745-BE33-E5E5-8D28-BDB433DC64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DO"/>
          </a:p>
        </p:txBody>
      </p:sp>
      <p:sp>
        <p:nvSpPr>
          <p:cNvPr id="4" name="Marcador de texto 3">
            <a:extLst>
              <a:ext uri="{FF2B5EF4-FFF2-40B4-BE49-F238E27FC236}">
                <a16:creationId xmlns:a16="http://schemas.microsoft.com/office/drawing/2014/main" xmlns="" id="{4A128EF1-022D-9C84-AB05-FD1B477684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xmlns="" id="{E87F4D03-E36D-5340-A3BC-634B2FB28FC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6" name="Marcador de pie de página 5">
            <a:extLst>
              <a:ext uri="{FF2B5EF4-FFF2-40B4-BE49-F238E27FC236}">
                <a16:creationId xmlns:a16="http://schemas.microsoft.com/office/drawing/2014/main" xmlns="" id="{AEEE96DE-6FE2-53EA-3768-1C2839BAA7B1}"/>
              </a:ext>
            </a:extLst>
          </p:cNvPr>
          <p:cNvSpPr>
            <a:spLocks noGrp="1"/>
          </p:cNvSpPr>
          <p:nvPr>
            <p:ph type="ftr" sz="quarter" idx="11"/>
          </p:nvPr>
        </p:nvSpPr>
        <p:spPr/>
        <p:txBody>
          <a:bodyPr/>
          <a:lstStyle/>
          <a:p>
            <a:endParaRPr lang="es-DO">
              <a:solidFill>
                <a:prstClr val="black">
                  <a:tint val="75000"/>
                </a:prstClr>
              </a:solidFill>
            </a:endParaRPr>
          </a:p>
        </p:txBody>
      </p:sp>
      <p:sp>
        <p:nvSpPr>
          <p:cNvPr id="7" name="Marcador de número de diapositiva 6">
            <a:extLst>
              <a:ext uri="{FF2B5EF4-FFF2-40B4-BE49-F238E27FC236}">
                <a16:creationId xmlns:a16="http://schemas.microsoft.com/office/drawing/2014/main" xmlns="" id="{600FE858-40A7-F887-B36D-6F802FF9357C}"/>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63968709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xmlns="" id="{8E5C758D-8A99-EDAB-804A-5414934182DC}"/>
              </a:ext>
            </a:extLst>
          </p:cNvPr>
          <p:cNvSpPr>
            <a:spLocks noGrp="1"/>
          </p:cNvSpPr>
          <p:nvPr>
            <p:ph type="title"/>
          </p:nvPr>
        </p:nvSpPr>
        <p:spPr/>
        <p:txBody>
          <a:bodyPr/>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1727B2BB-9626-ABE0-D233-818D1AA87B0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FA0FE4C2-BDF1-0E0F-25B3-C9687A4A498A}"/>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8480BD20-6BBF-511E-8795-F88D48E06F89}"/>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909B3D0C-74DE-47FA-7627-6B620FA5EDA3}"/>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00832384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xmlns="" id="{E23C04D1-AEBA-E7C1-B5ED-DE1AB8A5E86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DO"/>
          </a:p>
        </p:txBody>
      </p:sp>
      <p:sp>
        <p:nvSpPr>
          <p:cNvPr id="3" name="Marcador de texto vertical 2">
            <a:extLst>
              <a:ext uri="{FF2B5EF4-FFF2-40B4-BE49-F238E27FC236}">
                <a16:creationId xmlns:a16="http://schemas.microsoft.com/office/drawing/2014/main" xmlns="" id="{53DF7ED6-F412-F581-6FCD-4127015E478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1E452B2D-C35D-B4EA-2641-BB3A08A25367}"/>
              </a:ext>
            </a:extLst>
          </p:cNvPr>
          <p:cNvSpPr>
            <a:spLocks noGrp="1"/>
          </p:cNvSpPr>
          <p:nvPr>
            <p:ph type="dt" sz="half" idx="10"/>
          </p:nvPr>
        </p:nvSpPr>
        <p:spPr/>
        <p:txBody>
          <a:body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EF8F35EB-199A-BC08-3B9E-88D6356F5B38}"/>
              </a:ext>
            </a:extLst>
          </p:cNvPr>
          <p:cNvSpPr>
            <a:spLocks noGrp="1"/>
          </p:cNvSpPr>
          <p:nvPr>
            <p:ph type="ftr" sz="quarter" idx="11"/>
          </p:nvPr>
        </p:nvSpPr>
        <p:spPr/>
        <p:txBody>
          <a:body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7BD583F1-6031-2AF5-509F-9C61156D14C2}"/>
              </a:ext>
            </a:extLst>
          </p:cNvPr>
          <p:cNvSpPr>
            <a:spLocks noGrp="1"/>
          </p:cNvSpPr>
          <p:nvPr>
            <p:ph type="sldNum" sz="quarter" idx="12"/>
          </p:nvPr>
        </p:nvSpPr>
        <p:spPr/>
        <p:txBody>
          <a:body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674546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heme" Target="../theme/theme13.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slideLayout" Target="../slideLayouts/slideLayout14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1.xml"/><Relationship Id="rId3" Type="http://schemas.openxmlformats.org/officeDocument/2006/relationships/slideLayout" Target="../slideLayouts/slideLayout146.xml"/><Relationship Id="rId7" Type="http://schemas.openxmlformats.org/officeDocument/2006/relationships/slideLayout" Target="../slideLayouts/slideLayout150.xml"/><Relationship Id="rId12" Type="http://schemas.openxmlformats.org/officeDocument/2006/relationships/theme" Target="../theme/theme14.xml"/><Relationship Id="rId2" Type="http://schemas.openxmlformats.org/officeDocument/2006/relationships/slideLayout" Target="../slideLayouts/slideLayout145.xml"/><Relationship Id="rId1" Type="http://schemas.openxmlformats.org/officeDocument/2006/relationships/slideLayout" Target="../slideLayouts/slideLayout144.xml"/><Relationship Id="rId6" Type="http://schemas.openxmlformats.org/officeDocument/2006/relationships/slideLayout" Target="../slideLayouts/slideLayout149.xml"/><Relationship Id="rId11" Type="http://schemas.openxmlformats.org/officeDocument/2006/relationships/slideLayout" Target="../slideLayouts/slideLayout154.xml"/><Relationship Id="rId5" Type="http://schemas.openxmlformats.org/officeDocument/2006/relationships/slideLayout" Target="../slideLayouts/slideLayout148.xml"/><Relationship Id="rId10" Type="http://schemas.openxmlformats.org/officeDocument/2006/relationships/slideLayout" Target="../slideLayouts/slideLayout153.xml"/><Relationship Id="rId4" Type="http://schemas.openxmlformats.org/officeDocument/2006/relationships/slideLayout" Target="../slideLayouts/slideLayout147.xml"/><Relationship Id="rId9" Type="http://schemas.openxmlformats.org/officeDocument/2006/relationships/slideLayout" Target="../slideLayouts/slideLayout152.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62.xml"/><Relationship Id="rId3" Type="http://schemas.openxmlformats.org/officeDocument/2006/relationships/slideLayout" Target="../slideLayouts/slideLayout157.xml"/><Relationship Id="rId7" Type="http://schemas.openxmlformats.org/officeDocument/2006/relationships/slideLayout" Target="../slideLayouts/slideLayout161.xml"/><Relationship Id="rId12" Type="http://schemas.openxmlformats.org/officeDocument/2006/relationships/theme" Target="../theme/theme15.xml"/><Relationship Id="rId2" Type="http://schemas.openxmlformats.org/officeDocument/2006/relationships/slideLayout" Target="../slideLayouts/slideLayout156.xml"/><Relationship Id="rId1" Type="http://schemas.openxmlformats.org/officeDocument/2006/relationships/slideLayout" Target="../slideLayouts/slideLayout155.xml"/><Relationship Id="rId6" Type="http://schemas.openxmlformats.org/officeDocument/2006/relationships/slideLayout" Target="../slideLayouts/slideLayout160.xml"/><Relationship Id="rId11" Type="http://schemas.openxmlformats.org/officeDocument/2006/relationships/slideLayout" Target="../slideLayouts/slideLayout165.xml"/><Relationship Id="rId5" Type="http://schemas.openxmlformats.org/officeDocument/2006/relationships/slideLayout" Target="../slideLayouts/slideLayout159.xml"/><Relationship Id="rId10" Type="http://schemas.openxmlformats.org/officeDocument/2006/relationships/slideLayout" Target="../slideLayouts/slideLayout164.xml"/><Relationship Id="rId4" Type="http://schemas.openxmlformats.org/officeDocument/2006/relationships/slideLayout" Target="../slideLayouts/slideLayout158.xml"/><Relationship Id="rId9" Type="http://schemas.openxmlformats.org/officeDocument/2006/relationships/slideLayout" Target="../slideLayouts/slideLayout1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8962035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0919337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55200258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50299960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D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D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BC07C8-5DB8-41FD-A004-37936857D560}"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F7B356-CBC7-4683-A942-EEFC97952484}"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07170965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 xmlns:a16="http://schemas.microsoft.com/office/drawing/2014/main" id="{C3B0A802-D3B9-94C2-0697-6A47895575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 xmlns:a16="http://schemas.microsoft.com/office/drawing/2014/main" id="{6D336E17-FF36-DE7C-AD32-3F905C4379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 xmlns:a16="http://schemas.microsoft.com/office/drawing/2014/main" id="{33ABC0CA-2DFA-C643-4CE7-86B1F88234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0544E1-DA24-4F00-9724-C82EE903808B}" type="datetimeFigureOut">
              <a:rPr lang="es-ES" smtClean="0">
                <a:solidFill>
                  <a:prstClr val="black">
                    <a:tint val="75000"/>
                  </a:prstClr>
                </a:solidFill>
              </a:rPr>
              <a:pPr/>
              <a:t>22/07/2024</a:t>
            </a:fld>
            <a:endParaRPr lang="es-ES">
              <a:solidFill>
                <a:prstClr val="black">
                  <a:tint val="75000"/>
                </a:prstClr>
              </a:solidFill>
            </a:endParaRPr>
          </a:p>
        </p:txBody>
      </p:sp>
      <p:sp>
        <p:nvSpPr>
          <p:cNvPr id="5" name="Marcador de pie de página 4">
            <a:extLst>
              <a:ext uri="{FF2B5EF4-FFF2-40B4-BE49-F238E27FC236}">
                <a16:creationId xmlns="" xmlns:a16="http://schemas.microsoft.com/office/drawing/2014/main" id="{58A6508A-8350-4FA5-E98C-4A0155DD48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solidFill>
                <a:prstClr val="black">
                  <a:tint val="75000"/>
                </a:prstClr>
              </a:solidFill>
            </a:endParaRPr>
          </a:p>
        </p:txBody>
      </p:sp>
      <p:sp>
        <p:nvSpPr>
          <p:cNvPr id="6" name="Marcador de número de diapositiva 5">
            <a:extLst>
              <a:ext uri="{FF2B5EF4-FFF2-40B4-BE49-F238E27FC236}">
                <a16:creationId xmlns="" xmlns:a16="http://schemas.microsoft.com/office/drawing/2014/main" id="{E8AB42BA-89D0-73AD-D1F2-063592E6FB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CA42DC-FCBE-4762-BB70-D99CAE006CEE}" type="slidenum">
              <a:rPr lang="es-ES" smtClean="0">
                <a:solidFill>
                  <a:prstClr val="black">
                    <a:tint val="75000"/>
                  </a:prstClr>
                </a:solidFill>
              </a:rPr>
              <a:pPr/>
              <a:t>‹Nº›</a:t>
            </a:fld>
            <a:endParaRPr lang="es-ES">
              <a:solidFill>
                <a:prstClr val="black">
                  <a:tint val="75000"/>
                </a:prstClr>
              </a:solidFill>
            </a:endParaRPr>
          </a:p>
        </p:txBody>
      </p:sp>
    </p:spTree>
    <p:extLst>
      <p:ext uri="{BB962C8B-B14F-4D97-AF65-F5344CB8AC3E}">
        <p14:creationId xmlns:p14="http://schemas.microsoft.com/office/powerpoint/2010/main" val="323030761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776432447"/>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996615859"/>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1441953426"/>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244589584"/>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800122367"/>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667310144"/>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2528739306"/>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396708881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xmlns="" id="{5B4CAA2A-775A-FB2A-66A9-87D54F4E3B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DO"/>
          </a:p>
        </p:txBody>
      </p:sp>
      <p:sp>
        <p:nvSpPr>
          <p:cNvPr id="3" name="Marcador de texto 2">
            <a:extLst>
              <a:ext uri="{FF2B5EF4-FFF2-40B4-BE49-F238E27FC236}">
                <a16:creationId xmlns:a16="http://schemas.microsoft.com/office/drawing/2014/main" xmlns="" id="{D058E48A-CE32-4B4E-CE14-9F01E754E0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DO"/>
          </a:p>
        </p:txBody>
      </p:sp>
      <p:sp>
        <p:nvSpPr>
          <p:cNvPr id="4" name="Marcador de fecha 3">
            <a:extLst>
              <a:ext uri="{FF2B5EF4-FFF2-40B4-BE49-F238E27FC236}">
                <a16:creationId xmlns:a16="http://schemas.microsoft.com/office/drawing/2014/main" xmlns="" id="{4341C415-8B28-94BD-10D6-2547B4E4EE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D4BD4C-F787-49D3-AF5C-EB388AA293D2}" type="datetimeFigureOut">
              <a:rPr lang="es-DO" smtClean="0">
                <a:solidFill>
                  <a:prstClr val="black">
                    <a:tint val="75000"/>
                  </a:prstClr>
                </a:solidFill>
              </a:rPr>
              <a:pPr/>
              <a:t>22/7/2024</a:t>
            </a:fld>
            <a:endParaRPr lang="es-DO">
              <a:solidFill>
                <a:prstClr val="black">
                  <a:tint val="75000"/>
                </a:prstClr>
              </a:solidFill>
            </a:endParaRPr>
          </a:p>
        </p:txBody>
      </p:sp>
      <p:sp>
        <p:nvSpPr>
          <p:cNvPr id="5" name="Marcador de pie de página 4">
            <a:extLst>
              <a:ext uri="{FF2B5EF4-FFF2-40B4-BE49-F238E27FC236}">
                <a16:creationId xmlns:a16="http://schemas.microsoft.com/office/drawing/2014/main" xmlns="" id="{1FF00F7F-273B-B392-79EA-3A31674D24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DO">
              <a:solidFill>
                <a:prstClr val="black">
                  <a:tint val="75000"/>
                </a:prstClr>
              </a:solidFill>
            </a:endParaRPr>
          </a:p>
        </p:txBody>
      </p:sp>
      <p:sp>
        <p:nvSpPr>
          <p:cNvPr id="6" name="Marcador de número de diapositiva 5">
            <a:extLst>
              <a:ext uri="{FF2B5EF4-FFF2-40B4-BE49-F238E27FC236}">
                <a16:creationId xmlns:a16="http://schemas.microsoft.com/office/drawing/2014/main" xmlns="" id="{46AA4F95-65A1-CA65-B59C-0EAF5DD6D7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5C6253-5D48-49F5-925E-333FE0B2CE75}" type="slidenum">
              <a:rPr lang="es-DO" smtClean="0">
                <a:solidFill>
                  <a:prstClr val="black">
                    <a:tint val="75000"/>
                  </a:prstClr>
                </a:solidFill>
              </a:rPr>
              <a:pPr/>
              <a:t>‹Nº›</a:t>
            </a:fld>
            <a:endParaRPr lang="es-DO">
              <a:solidFill>
                <a:prstClr val="black">
                  <a:tint val="75000"/>
                </a:prstClr>
              </a:solidFill>
            </a:endParaRPr>
          </a:p>
        </p:txBody>
      </p:sp>
    </p:spTree>
    <p:extLst>
      <p:ext uri="{BB962C8B-B14F-4D97-AF65-F5344CB8AC3E}">
        <p14:creationId xmlns:p14="http://schemas.microsoft.com/office/powerpoint/2010/main" val="4132898301"/>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D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45.xml"/><Relationship Id="rId5" Type="http://schemas.microsoft.com/office/2007/relationships/hdphoto" Target="../media/hdphoto2.wdp"/><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26" Type="http://schemas.openxmlformats.org/officeDocument/2006/relationships/image" Target="../media/image26.png"/><Relationship Id="rId3" Type="http://schemas.openxmlformats.org/officeDocument/2006/relationships/image" Target="../media/image4.png"/><Relationship Id="rId21" Type="http://schemas.openxmlformats.org/officeDocument/2006/relationships/image" Target="../media/image21.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5" Type="http://schemas.openxmlformats.org/officeDocument/2006/relationships/image" Target="../media/image25.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0.png"/><Relationship Id="rId1" Type="http://schemas.openxmlformats.org/officeDocument/2006/relationships/slideLayout" Target="../slideLayouts/slideLayout57.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4.pn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3.png"/><Relationship Id="rId10" Type="http://schemas.openxmlformats.org/officeDocument/2006/relationships/image" Target="../media/image11.png"/><Relationship Id="rId19" Type="http://schemas.microsoft.com/office/2007/relationships/hdphoto" Target="../media/hdphoto3.wdp"/><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2.png"/><Relationship Id="rId27"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31.png"/><Relationship Id="rId2" Type="http://schemas.openxmlformats.org/officeDocument/2006/relationships/image" Target="../media/image28.png"/><Relationship Id="rId1" Type="http://schemas.openxmlformats.org/officeDocument/2006/relationships/slideLayout" Target="../slideLayouts/slideLayout56.xml"/><Relationship Id="rId6" Type="http://schemas.openxmlformats.org/officeDocument/2006/relationships/image" Target="../media/image30.png"/><Relationship Id="rId5" Type="http://schemas.microsoft.com/office/2007/relationships/hdphoto" Target="../media/hdphoto5.wdp"/><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8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9.xml"/></Relationships>
</file>

<file path=ppt/slides/_rels/slide16.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32.png"/><Relationship Id="rId1" Type="http://schemas.openxmlformats.org/officeDocument/2006/relationships/slideLayout" Target="../slideLayouts/slideLayout15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B6CDA21F-E7AF-4C75-8395-33F58D5B0E4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12" name="Group 11">
            <a:extLst>
              <a:ext uri="{FF2B5EF4-FFF2-40B4-BE49-F238E27FC236}">
                <a16:creationId xmlns:a16="http://schemas.microsoft.com/office/drawing/2014/main" xmlns="" id="{AE1C45F0-260A-458C-96ED-C1F6D215121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4" y="1216597"/>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xmlns="" id="{A6604B49-AD5C-4590-B051-06C8222ECD9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4" name="Rectangle 13">
              <a:extLst>
                <a:ext uri="{FF2B5EF4-FFF2-40B4-BE49-F238E27FC236}">
                  <a16:creationId xmlns:a16="http://schemas.microsoft.com/office/drawing/2014/main" xmlns="" id="{743ECCAF-29C5-4537-947C-7EA1292463D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5" name="Rectangle 14">
              <a:extLst>
                <a:ext uri="{FF2B5EF4-FFF2-40B4-BE49-F238E27FC236}">
                  <a16:creationId xmlns:a16="http://schemas.microsoft.com/office/drawing/2014/main" xmlns="" id="{ED49787B-8DE6-4467-AD0A-8DECC6E0C2D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17" name="Rectangle 16">
            <a:extLst>
              <a:ext uri="{FF2B5EF4-FFF2-40B4-BE49-F238E27FC236}">
                <a16:creationId xmlns:a16="http://schemas.microsoft.com/office/drawing/2014/main" xmlns="" id="{D5B0017B-2ECA-49AF-B397-DC140825DF8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uadroTexto 2">
            <a:extLst>
              <a:ext uri="{FF2B5EF4-FFF2-40B4-BE49-F238E27FC236}">
                <a16:creationId xmlns:a16="http://schemas.microsoft.com/office/drawing/2014/main" xmlns="" id="{9AD6388C-8A65-AC3E-9F94-B32BB40E8C22}"/>
              </a:ext>
            </a:extLst>
          </p:cNvPr>
          <p:cNvSpPr txBox="1"/>
          <p:nvPr/>
        </p:nvSpPr>
        <p:spPr>
          <a:xfrm>
            <a:off x="1043631" y="809898"/>
            <a:ext cx="9942716" cy="1554480"/>
          </a:xfrm>
          <a:prstGeom prst="rect">
            <a:avLst/>
          </a:prstGeom>
        </p:spPr>
        <p:txBody>
          <a:bodyPr vert="horz" lIns="91440" tIns="45720" rIns="91440" bIns="45720" rtlCol="0" anchor="ctr">
            <a:normAutofit/>
          </a:bodyPr>
          <a:lstStyle/>
          <a:p>
            <a:pPr>
              <a:lnSpc>
                <a:spcPct val="90000"/>
              </a:lnSpc>
              <a:spcBef>
                <a:spcPct val="0"/>
              </a:spcBef>
              <a:spcAft>
                <a:spcPts val="400"/>
              </a:spcAft>
            </a:pPr>
            <a:r>
              <a:rPr lang="en-US" sz="6600" b="1" dirty="0">
                <a:solidFill>
                  <a:prstClr val="black"/>
                </a:solidFill>
                <a:latin typeface="Times New Roman" panose="02020603050405020304" pitchFamily="18" charset="0"/>
                <a:ea typeface="+mj-ea"/>
                <a:cs typeface="Times New Roman" panose="02020603050405020304" pitchFamily="18" charset="0"/>
              </a:rPr>
              <a:t>Evaluación sumativa</a:t>
            </a:r>
            <a:endParaRPr lang="en-US" sz="6600" dirty="0">
              <a:solidFill>
                <a:prstClr val="black"/>
              </a:solidFill>
              <a:latin typeface="Times New Roman" panose="02020603050405020304" pitchFamily="18" charset="0"/>
              <a:ea typeface="+mj-ea"/>
              <a:cs typeface="Times New Roman" panose="02020603050405020304" pitchFamily="18" charset="0"/>
            </a:endParaRPr>
          </a:p>
        </p:txBody>
      </p:sp>
      <p:sp>
        <p:nvSpPr>
          <p:cNvPr id="5" name="CuadroTexto 4">
            <a:extLst>
              <a:ext uri="{FF2B5EF4-FFF2-40B4-BE49-F238E27FC236}">
                <a16:creationId xmlns:a16="http://schemas.microsoft.com/office/drawing/2014/main" xmlns="" id="{AEB5C10F-1449-EA95-7135-923DFBB0B461}"/>
              </a:ext>
            </a:extLst>
          </p:cNvPr>
          <p:cNvSpPr txBox="1"/>
          <p:nvPr/>
        </p:nvSpPr>
        <p:spPr>
          <a:xfrm>
            <a:off x="967755" y="2785700"/>
            <a:ext cx="9245192" cy="3124658"/>
          </a:xfrm>
          <a:prstGeom prst="rect">
            <a:avLst/>
          </a:prstGeom>
        </p:spPr>
        <p:txBody>
          <a:bodyPr vert="horz" lIns="91440" tIns="45720" rIns="91440" bIns="45720" rtlCol="0" anchor="ctr">
            <a:normAutofit/>
          </a:bodyPr>
          <a:lstStyle/>
          <a:p>
            <a:pPr algn="just" fontAlgn="base">
              <a:lnSpc>
                <a:spcPct val="90000"/>
              </a:lnSpc>
              <a:spcAft>
                <a:spcPts val="800"/>
              </a:spcAft>
            </a:pPr>
            <a:r>
              <a:rPr lang="en-US" sz="2400" b="1" i="1" dirty="0">
                <a:solidFill>
                  <a:prstClr val="black"/>
                </a:solidFill>
              </a:rPr>
              <a:t>¿</a:t>
            </a:r>
            <a:r>
              <a:rPr lang="en-US" sz="3900" b="1" i="1" dirty="0">
                <a:solidFill>
                  <a:prstClr val="black"/>
                </a:solidFill>
                <a:latin typeface="Times New Roman" panose="02020603050405020304" pitchFamily="18" charset="0"/>
                <a:cs typeface="Times New Roman" panose="02020603050405020304" pitchFamily="18" charset="0"/>
              </a:rPr>
              <a:t>Cómo se obtiene la calificación de los estudiantes en cada grupo de competencias?</a:t>
            </a:r>
          </a:p>
          <a:p>
            <a:pPr algn="just" fontAlgn="base">
              <a:lnSpc>
                <a:spcPct val="90000"/>
              </a:lnSpc>
              <a:spcAft>
                <a:spcPts val="800"/>
              </a:spcAft>
            </a:pPr>
            <a:endParaRPr lang="en-US" sz="2400" dirty="0">
              <a:solidFill>
                <a:prstClr val="black"/>
              </a:solidFill>
              <a:latin typeface="Times New Roman" panose="02020603050405020304" pitchFamily="18" charset="0"/>
              <a:cs typeface="Times New Roman" panose="02020603050405020304" pitchFamily="18" charset="0"/>
            </a:endParaRPr>
          </a:p>
          <a:p>
            <a:pPr algn="just" fontAlgn="base">
              <a:lnSpc>
                <a:spcPct val="90000"/>
              </a:lnSpc>
              <a:spcAft>
                <a:spcPts val="800"/>
              </a:spcAft>
            </a:pPr>
            <a:r>
              <a:rPr lang="en-US" sz="3900" b="1" i="1" dirty="0">
                <a:solidFill>
                  <a:prstClr val="black"/>
                </a:solidFill>
                <a:latin typeface="Times New Roman" panose="02020603050405020304" pitchFamily="18" charset="0"/>
                <a:cs typeface="Times New Roman" panose="02020603050405020304" pitchFamily="18" charset="0"/>
              </a:rPr>
              <a:t>¿Como se obtiene la calificación final de un estudiante? </a:t>
            </a:r>
            <a:endParaRPr lang="en-US" sz="3900" dirty="0">
              <a:solidFill>
                <a:prstClr val="black"/>
              </a:solidFill>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xmlns="" id="{6CF1BAF6-AD41-4082-B212-8A1F9A2E8779}"/>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2368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F26D2598-A3C5-375F-117E-0B930615E653}"/>
              </a:ext>
            </a:extLst>
          </p:cNvPr>
          <p:cNvSpPr txBox="1"/>
          <p:nvPr/>
        </p:nvSpPr>
        <p:spPr>
          <a:xfrm>
            <a:off x="678291" y="3603668"/>
            <a:ext cx="10912699" cy="2308324"/>
          </a:xfrm>
          <a:prstGeom prst="rect">
            <a:avLst/>
          </a:prstGeom>
          <a:noFill/>
        </p:spPr>
        <p:txBody>
          <a:bodyPr wrap="square">
            <a:spAutoFit/>
          </a:bodyPr>
          <a:lstStyle/>
          <a:p>
            <a:pPr marL="8890" marR="8890" algn="just">
              <a:spcAft>
                <a:spcPts val="800"/>
              </a:spcAft>
            </a:pPr>
            <a:r>
              <a:rPr lang="es-DO" sz="2400" b="1"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Artículo 48: </a:t>
            </a:r>
            <a:r>
              <a:rPr lang="es-DO" sz="2400"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Durante el proceso formativo, el estudiante que obtenga calificaciones por debajo de 70 puntos al final de un periodo en la evaluación de las competencias específicas, tiene la oportunidad de recuperarse a través de actividades de aprendizajes complementarias o tutorías para que presente las evidencias de aprendizajes de los aspectos no alcanzados en dichas competencias.</a:t>
            </a:r>
            <a:endParaRPr lang="es-DO" sz="24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p:txBody>
      </p:sp>
      <p:sp>
        <p:nvSpPr>
          <p:cNvPr id="2" name="Rectángulo 1"/>
          <p:cNvSpPr/>
          <p:nvPr/>
        </p:nvSpPr>
        <p:spPr>
          <a:xfrm>
            <a:off x="665410" y="857546"/>
            <a:ext cx="10912699" cy="2308324"/>
          </a:xfrm>
          <a:prstGeom prst="rect">
            <a:avLst/>
          </a:prstGeom>
        </p:spPr>
        <p:txBody>
          <a:bodyPr wrap="square">
            <a:spAutoFit/>
          </a:bodyPr>
          <a:lstStyle/>
          <a:p>
            <a:pPr algn="just">
              <a:spcAft>
                <a:spcPts val="800"/>
              </a:spcAft>
            </a:pPr>
            <a:r>
              <a:rPr lang="es-DO" sz="2400" b="1"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Artículo 47: </a:t>
            </a:r>
            <a:r>
              <a:rPr lang="es-DO" sz="2400"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Las calificaciones por período de los grupos de competencias específicas de cada área curricular, se determinan a partir de la valoración de las diferentes </a:t>
            </a:r>
            <a:r>
              <a:rPr lang="es-DO" sz="2400" b="1"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evidencias de desempeño </a:t>
            </a:r>
            <a:r>
              <a:rPr lang="es-DO" sz="2400"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presentadas por los estudiantes en un período evaluativo. Para su valoración se determina la integralidad en la movilidad de saberes. Se expresan en un valor numérico de cero (0) a cien (100) puntos y el mínimo requerido para su aprobación es de 70 puntos.</a:t>
            </a:r>
            <a:endParaRPr lang="es-DO" sz="24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577795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1F9A775D-D87F-7FA7-FD79-1D68D5F2A412}"/>
              </a:ext>
            </a:extLst>
          </p:cNvPr>
          <p:cNvSpPr txBox="1"/>
          <p:nvPr/>
        </p:nvSpPr>
        <p:spPr>
          <a:xfrm>
            <a:off x="1152931" y="989390"/>
            <a:ext cx="9613810" cy="3046988"/>
          </a:xfrm>
          <a:prstGeom prst="rect">
            <a:avLst/>
          </a:prstGeom>
          <a:noFill/>
        </p:spPr>
        <p:txBody>
          <a:bodyPr wrap="square">
            <a:spAutoFit/>
          </a:bodyPr>
          <a:lstStyle/>
          <a:p>
            <a:pPr marL="8890" marR="8890" algn="just">
              <a:spcAft>
                <a:spcPts val="800"/>
              </a:spcAft>
            </a:pPr>
            <a:r>
              <a:rPr lang="es-DO" sz="2400" b="1" i="1" kern="0" dirty="0">
                <a:solidFill>
                  <a:srgbClr val="000000"/>
                </a:solidFill>
                <a:latin typeface="Arial" panose="020B0604020202020204" pitchFamily="34" charset="0"/>
                <a:ea typeface="Calibri" panose="020F0502020204030204" pitchFamily="34" charset="0"/>
                <a:cs typeface="Arial" panose="020B0604020202020204" pitchFamily="34" charset="0"/>
              </a:rPr>
              <a:t>Párrafo I: </a:t>
            </a:r>
            <a:r>
              <a:rPr lang="es-DO" sz="2400" i="1" kern="0" dirty="0">
                <a:solidFill>
                  <a:srgbClr val="000000"/>
                </a:solidFill>
                <a:latin typeface="Arial" panose="020B0604020202020204" pitchFamily="34" charset="0"/>
                <a:ea typeface="Calibri" panose="020F0502020204030204" pitchFamily="34" charset="0"/>
                <a:cs typeface="Arial" panose="020B0604020202020204" pitchFamily="34" charset="0"/>
              </a:rPr>
              <a:t>La recuperación pedagógica, se desarrolla en el </a:t>
            </a:r>
            <a:r>
              <a:rPr lang="es-DO" sz="2400" b="1" i="1" kern="0" dirty="0">
                <a:solidFill>
                  <a:srgbClr val="000000"/>
                </a:solidFill>
                <a:latin typeface="Arial" panose="020B0604020202020204" pitchFamily="34" charset="0"/>
                <a:ea typeface="Calibri" panose="020F0502020204030204" pitchFamily="34" charset="0"/>
                <a:cs typeface="Arial" panose="020B0604020202020204" pitchFamily="34" charset="0"/>
              </a:rPr>
              <a:t>tiempo establecido entre cada uno de los períodos </a:t>
            </a:r>
            <a:r>
              <a:rPr lang="es-DO" sz="2400" i="1" kern="0" dirty="0">
                <a:solidFill>
                  <a:srgbClr val="000000"/>
                </a:solidFill>
                <a:latin typeface="Arial" panose="020B0604020202020204" pitchFamily="34" charset="0"/>
                <a:ea typeface="Calibri" panose="020F0502020204030204" pitchFamily="34" charset="0"/>
                <a:cs typeface="Arial" panose="020B0604020202020204" pitchFamily="34" charset="0"/>
              </a:rPr>
              <a:t>sobre las competencias no alcanzadas y las evaluaciones de la recuperación pedagógica tendrán un </a:t>
            </a:r>
            <a:r>
              <a:rPr lang="es-DO" sz="2400" b="1" i="1" kern="0" dirty="0">
                <a:solidFill>
                  <a:srgbClr val="000000"/>
                </a:solidFill>
                <a:latin typeface="Arial" panose="020B0604020202020204" pitchFamily="34" charset="0"/>
                <a:ea typeface="Calibri" panose="020F0502020204030204" pitchFamily="34" charset="0"/>
                <a:cs typeface="Arial" panose="020B0604020202020204" pitchFamily="34" charset="0"/>
              </a:rPr>
              <a:t>valor complementario </a:t>
            </a:r>
            <a:r>
              <a:rPr lang="es-DO" sz="2400" i="1" kern="0" dirty="0">
                <a:solidFill>
                  <a:srgbClr val="000000"/>
                </a:solidFill>
                <a:latin typeface="Arial" panose="020B0604020202020204" pitchFamily="34" charset="0"/>
                <a:ea typeface="Calibri" panose="020F0502020204030204" pitchFamily="34" charset="0"/>
                <a:cs typeface="Arial" panose="020B0604020202020204" pitchFamily="34" charset="0"/>
              </a:rPr>
              <a:t>a lo ya obtenido anteriormente durante el desarrollo del periodo. En la casilla RP se pondrá la suma que corresponde al período más la obtenida del proceso RP, siendo esta última la final del período cuando hay recuperación.</a:t>
            </a:r>
            <a:endParaRPr lang="es-DO" sz="24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p:txBody>
      </p:sp>
      <p:sp>
        <p:nvSpPr>
          <p:cNvPr id="4" name="CuadroTexto 3">
            <a:extLst>
              <a:ext uri="{FF2B5EF4-FFF2-40B4-BE49-F238E27FC236}">
                <a16:creationId xmlns:a16="http://schemas.microsoft.com/office/drawing/2014/main" xmlns="" id="{28C443EF-FA03-72E5-A716-88836147E922}"/>
              </a:ext>
            </a:extLst>
          </p:cNvPr>
          <p:cNvSpPr txBox="1"/>
          <p:nvPr/>
        </p:nvSpPr>
        <p:spPr>
          <a:xfrm>
            <a:off x="1152931" y="4360185"/>
            <a:ext cx="9613810" cy="830997"/>
          </a:xfrm>
          <a:prstGeom prst="rect">
            <a:avLst/>
          </a:prstGeom>
          <a:noFill/>
        </p:spPr>
        <p:txBody>
          <a:bodyPr wrap="square">
            <a:spAutoFit/>
          </a:bodyPr>
          <a:lstStyle/>
          <a:p>
            <a:pPr marL="8890" marR="8890" algn="just">
              <a:spcBef>
                <a:spcPts val="1120"/>
              </a:spcBef>
              <a:spcAft>
                <a:spcPts val="800"/>
              </a:spcAft>
            </a:pPr>
            <a:r>
              <a:rPr lang="es-DO" sz="2400" b="1" i="1" kern="0" dirty="0">
                <a:solidFill>
                  <a:srgbClr val="000000"/>
                </a:solidFill>
                <a:latin typeface="Arial" panose="020B0604020202020204" pitchFamily="34" charset="0"/>
                <a:ea typeface="Calibri" panose="020F0502020204030204" pitchFamily="34" charset="0"/>
                <a:cs typeface="Arial" panose="020B0604020202020204" pitchFamily="34" charset="0"/>
              </a:rPr>
              <a:t>Párrafo II: </a:t>
            </a:r>
            <a:r>
              <a:rPr lang="es-DO" sz="2400" i="1" kern="0" dirty="0">
                <a:solidFill>
                  <a:srgbClr val="000000"/>
                </a:solidFill>
                <a:latin typeface="Arial" panose="020B0604020202020204" pitchFamily="34" charset="0"/>
                <a:ea typeface="Calibri" panose="020F0502020204030204" pitchFamily="34" charset="0"/>
                <a:cs typeface="Arial" panose="020B0604020202020204" pitchFamily="34" charset="0"/>
              </a:rPr>
              <a:t>La última recuperación (4to período) se registra antes de la fecha prevista para las evaluaciones completivas.</a:t>
            </a:r>
          </a:p>
        </p:txBody>
      </p:sp>
    </p:spTree>
    <p:extLst>
      <p:ext uri="{BB962C8B-B14F-4D97-AF65-F5344CB8AC3E}">
        <p14:creationId xmlns:p14="http://schemas.microsoft.com/office/powerpoint/2010/main" val="2850022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1280326" y="2030136"/>
            <a:ext cx="9637690" cy="1569660"/>
          </a:xfrm>
          <a:prstGeom prst="rect">
            <a:avLst/>
          </a:prstGeom>
        </p:spPr>
        <p:txBody>
          <a:bodyPr wrap="square">
            <a:spAutoFit/>
          </a:bodyPr>
          <a:lstStyle/>
          <a:p>
            <a:pPr marL="8890" marR="8890" algn="just">
              <a:spcAft>
                <a:spcPts val="800"/>
              </a:spcAft>
            </a:pPr>
            <a:r>
              <a:rPr lang="es-DO" sz="2400" b="1"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Artículo 50: </a:t>
            </a:r>
            <a:r>
              <a:rPr lang="es-DO" sz="2400"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Se establece la calificación final de la asignatura al promediar y redondear las calificaciones finales de los bloques de competencias establecidos. Siendo el mínimo aprobatorio de 70 puntos.</a:t>
            </a:r>
            <a:endParaRPr lang="es-DO" sz="24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p:txBody>
      </p:sp>
      <p:sp>
        <p:nvSpPr>
          <p:cNvPr id="4" name="Rectángulo 3"/>
          <p:cNvSpPr/>
          <p:nvPr/>
        </p:nvSpPr>
        <p:spPr>
          <a:xfrm>
            <a:off x="1283595" y="692296"/>
            <a:ext cx="9547536" cy="1200329"/>
          </a:xfrm>
          <a:prstGeom prst="rect">
            <a:avLst/>
          </a:prstGeom>
        </p:spPr>
        <p:txBody>
          <a:bodyPr wrap="square">
            <a:spAutoFit/>
          </a:bodyPr>
          <a:lstStyle/>
          <a:p>
            <a:pPr marL="8890" marR="8890" algn="just">
              <a:spcAft>
                <a:spcPts val="800"/>
              </a:spcAft>
            </a:pPr>
            <a:r>
              <a:rPr lang="es-DO" sz="2400" b="1"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Artículo 49: </a:t>
            </a:r>
            <a:r>
              <a:rPr lang="es-DO" sz="2400"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Se establece la calificación final de cada bloque de competencias, esta se calcula promediando las calificaciones finales obtenidas en cada período.</a:t>
            </a:r>
            <a:endParaRPr lang="es-DO" sz="24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p:txBody>
      </p:sp>
      <p:sp>
        <p:nvSpPr>
          <p:cNvPr id="6" name="Rectángulo 5"/>
          <p:cNvSpPr/>
          <p:nvPr/>
        </p:nvSpPr>
        <p:spPr>
          <a:xfrm>
            <a:off x="1280326" y="3795107"/>
            <a:ext cx="9602321" cy="2308324"/>
          </a:xfrm>
          <a:prstGeom prst="rect">
            <a:avLst/>
          </a:prstGeom>
        </p:spPr>
        <p:txBody>
          <a:bodyPr wrap="square">
            <a:spAutoFit/>
          </a:bodyPr>
          <a:lstStyle/>
          <a:p>
            <a:pPr algn="just"/>
            <a:r>
              <a:rPr lang="es-DO" sz="2400" b="1"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Artículo 60: </a:t>
            </a:r>
            <a:r>
              <a:rPr lang="es-DO" sz="2400" i="1" kern="0" dirty="0">
                <a:solidFill>
                  <a:srgbClr val="000000"/>
                </a:solidFill>
                <a:latin typeface="Arial" panose="020B0604020202020204" pitchFamily="34" charset="0"/>
                <a:ea typeface="Times New Roman" panose="02020603050405020304" pitchFamily="18" charset="0"/>
                <a:cs typeface="Arial" panose="020B0604020202020204" pitchFamily="34" charset="0"/>
              </a:rPr>
              <a:t>Las asignaturas del componente académico se evalúan y se califican de acuerdo a los criterios establecidos en la ordenanza 22-2017 correspondiente a la adecuación curricular actualizado y por esta ordenanza cuando se complete el proceso de adecuación curricular del componente académico para la educación técnico profesional.</a:t>
            </a:r>
            <a:endParaRPr lang="es-DO" dirty="0">
              <a:solidFill>
                <a:prstClr val="black"/>
              </a:solidFill>
            </a:endParaRPr>
          </a:p>
        </p:txBody>
      </p:sp>
    </p:spTree>
    <p:extLst>
      <p:ext uri="{BB962C8B-B14F-4D97-AF65-F5344CB8AC3E}">
        <p14:creationId xmlns:p14="http://schemas.microsoft.com/office/powerpoint/2010/main" val="1955859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4550015" y="514735"/>
            <a:ext cx="2750166" cy="493752"/>
          </a:xfrm>
          <a:prstGeom prst="roundRect">
            <a:avLst/>
          </a:prstGeom>
          <a:solidFill>
            <a:srgbClr val="FFFF00"/>
          </a:solidFill>
        </p:spPr>
        <p:txBody>
          <a:bodyPr wrap="none">
            <a:spAutoFit/>
          </a:bodyPr>
          <a:lstStyle/>
          <a:p>
            <a:pPr algn="ctr">
              <a:lnSpc>
                <a:spcPct val="115000"/>
              </a:lnSpc>
            </a:pPr>
            <a:r>
              <a:rPr lang="es-DO" sz="2000" dirty="0">
                <a:solidFill>
                  <a:prstClr val="black"/>
                </a:solidFill>
                <a:latin typeface="Consolas" panose="020B0609020204030204" pitchFamily="49" charset="0"/>
                <a:ea typeface="Calibri" panose="020F0502020204030204" pitchFamily="34" charset="0"/>
                <a:cs typeface="Arial" panose="020B0604020202020204" pitchFamily="34" charset="0"/>
              </a:rPr>
              <a:t>Ruta de evaluación</a:t>
            </a:r>
            <a:endParaRPr lang="es-DO" sz="2000" dirty="0">
              <a:solidFill>
                <a:prstClr val="black"/>
              </a:solidFill>
              <a:latin typeface="Consolas" panose="020B0609020204030204" pitchFamily="49" charset="0"/>
              <a:ea typeface="Calibri" panose="020F0502020204030204" pitchFamily="34" charset="0"/>
              <a:cs typeface="Times New Roman" panose="02020603050405020304" pitchFamily="18" charset="0"/>
            </a:endParaRPr>
          </a:p>
        </p:txBody>
      </p:sp>
      <p:sp>
        <p:nvSpPr>
          <p:cNvPr id="3" name="Flecha abajo 2"/>
          <p:cNvSpPr/>
          <p:nvPr/>
        </p:nvSpPr>
        <p:spPr>
          <a:xfrm>
            <a:off x="5666709" y="3670477"/>
            <a:ext cx="398753" cy="838861"/>
          </a:xfrm>
          <a:prstGeom prst="downArrow">
            <a:avLst>
              <a:gd name="adj1" fmla="val 15854"/>
              <a:gd name="adj2" fmla="val 47561"/>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DO">
              <a:solidFill>
                <a:prstClr val="white"/>
              </a:solidFill>
            </a:endParaRPr>
          </a:p>
        </p:txBody>
      </p:sp>
      <p:sp>
        <p:nvSpPr>
          <p:cNvPr id="4" name="Elipse 3"/>
          <p:cNvSpPr/>
          <p:nvPr/>
        </p:nvSpPr>
        <p:spPr>
          <a:xfrm>
            <a:off x="3569083" y="4609302"/>
            <a:ext cx="4822026" cy="627549"/>
          </a:xfrm>
          <a:prstGeom prst="ellipse">
            <a:avLst/>
          </a:prstGeom>
          <a:solidFill>
            <a:schemeClr val="accent4">
              <a:lumMod val="60000"/>
              <a:lumOff val="40000"/>
            </a:schemeClr>
          </a:solidFill>
        </p:spPr>
        <p:txBody>
          <a:bodyPr wrap="none">
            <a:spAutoFit/>
          </a:bodyPr>
          <a:lstStyle/>
          <a:p>
            <a:pPr algn="ctr">
              <a:lnSpc>
                <a:spcPct val="115000"/>
              </a:lnSpc>
            </a:pPr>
            <a:r>
              <a:rPr lang="es-DO" sz="2000" dirty="0">
                <a:solidFill>
                  <a:prstClr val="black"/>
                </a:solidFill>
                <a:latin typeface="Consolas" panose="020B0609020204030204" pitchFamily="49" charset="0"/>
                <a:ea typeface="Calibri" panose="020F0502020204030204" pitchFamily="34" charset="0"/>
                <a:cs typeface="Arial" panose="020B0604020202020204" pitchFamily="34" charset="0"/>
              </a:rPr>
              <a:t>Competencia fundamental</a:t>
            </a:r>
            <a:endParaRPr lang="es-DO" sz="2000" dirty="0">
              <a:solidFill>
                <a:prstClr val="black"/>
              </a:solidFill>
              <a:latin typeface="Consolas" panose="020B0609020204030204" pitchFamily="49" charset="0"/>
              <a:ea typeface="Calibri" panose="020F0502020204030204" pitchFamily="34" charset="0"/>
              <a:cs typeface="Times New Roman" panose="02020603050405020304" pitchFamily="18" charset="0"/>
            </a:endParaRPr>
          </a:p>
        </p:txBody>
      </p:sp>
      <p:sp>
        <p:nvSpPr>
          <p:cNvPr id="6" name="Rectángulo redondeado 5"/>
          <p:cNvSpPr/>
          <p:nvPr/>
        </p:nvSpPr>
        <p:spPr>
          <a:xfrm>
            <a:off x="4242882" y="3101661"/>
            <a:ext cx="3319880" cy="468852"/>
          </a:xfrm>
          <a:prstGeom prst="roundRect">
            <a:avLst/>
          </a:prstGeom>
          <a:solidFill>
            <a:schemeClr val="accent4"/>
          </a:solidFill>
        </p:spPr>
        <p:txBody>
          <a:bodyPr wrap="none">
            <a:spAutoFit/>
          </a:bodyPr>
          <a:lstStyle/>
          <a:p>
            <a:pPr algn="ctr">
              <a:lnSpc>
                <a:spcPct val="115000"/>
              </a:lnSpc>
            </a:pPr>
            <a:r>
              <a:rPr lang="es-DO" sz="2000" dirty="0">
                <a:solidFill>
                  <a:prstClr val="black"/>
                </a:solidFill>
                <a:latin typeface="Consolas" panose="020B0609020204030204" pitchFamily="49" charset="0"/>
                <a:ea typeface="Calibri" panose="020F0502020204030204" pitchFamily="34" charset="0"/>
                <a:cs typeface="Arial" panose="020B0604020202020204" pitchFamily="34" charset="0"/>
              </a:rPr>
              <a:t>Competencia específica</a:t>
            </a:r>
            <a:endParaRPr lang="es-DO" sz="2000" dirty="0">
              <a:solidFill>
                <a:prstClr val="black"/>
              </a:solidFill>
              <a:latin typeface="Consolas" panose="020B0609020204030204" pitchFamily="49" charset="0"/>
              <a:ea typeface="Calibri" panose="020F0502020204030204" pitchFamily="34" charset="0"/>
              <a:cs typeface="Times New Roman" panose="02020603050405020304" pitchFamily="18" charset="0"/>
            </a:endParaRPr>
          </a:p>
        </p:txBody>
      </p:sp>
      <p:sp>
        <p:nvSpPr>
          <p:cNvPr id="10" name="Rectángulo redondeado 9"/>
          <p:cNvSpPr/>
          <p:nvPr/>
        </p:nvSpPr>
        <p:spPr>
          <a:xfrm rot="20391335">
            <a:off x="2456630" y="1605563"/>
            <a:ext cx="1973707" cy="783193"/>
          </a:xfrm>
          <a:prstGeom prst="roundRect">
            <a:avLst/>
          </a:prstGeom>
          <a:solidFill>
            <a:schemeClr val="accent1">
              <a:lumMod val="40000"/>
              <a:lumOff val="60000"/>
            </a:schemeClr>
          </a:solidFill>
        </p:spPr>
        <p:txBody>
          <a:bodyPr wrap="square">
            <a:spAutoFit/>
          </a:bodyPr>
          <a:lstStyle/>
          <a:p>
            <a:pPr algn="ctr"/>
            <a:r>
              <a:rPr lang="es-DO" sz="2000" dirty="0">
                <a:solidFill>
                  <a:prstClr val="black"/>
                </a:solidFill>
                <a:latin typeface="Consolas" panose="020B0609020204030204" pitchFamily="49" charset="0"/>
                <a:ea typeface="Calibri" panose="020F0502020204030204" pitchFamily="34" charset="0"/>
                <a:cs typeface="Arial" panose="020B0604020202020204" pitchFamily="34" charset="0"/>
              </a:rPr>
              <a:t>Indicador de logro no.1</a:t>
            </a:r>
            <a:endParaRPr lang="es-DO" sz="2000" dirty="0">
              <a:solidFill>
                <a:prstClr val="black"/>
              </a:solidFill>
              <a:latin typeface="Consolas" panose="020B0609020204030204" pitchFamily="49" charset="0"/>
              <a:ea typeface="Calibri" panose="020F0502020204030204" pitchFamily="34" charset="0"/>
              <a:cs typeface="Times New Roman" panose="02020603050405020304" pitchFamily="18" charset="0"/>
            </a:endParaRPr>
          </a:p>
        </p:txBody>
      </p:sp>
      <p:sp>
        <p:nvSpPr>
          <p:cNvPr id="11" name="Rectángulo redondeado 10"/>
          <p:cNvSpPr/>
          <p:nvPr/>
        </p:nvSpPr>
        <p:spPr>
          <a:xfrm>
            <a:off x="4927225" y="1397351"/>
            <a:ext cx="1973707" cy="783193"/>
          </a:xfrm>
          <a:prstGeom prst="roundRect">
            <a:avLst/>
          </a:prstGeom>
          <a:solidFill>
            <a:schemeClr val="accent4">
              <a:lumMod val="40000"/>
              <a:lumOff val="60000"/>
            </a:schemeClr>
          </a:solidFill>
        </p:spPr>
        <p:txBody>
          <a:bodyPr wrap="square">
            <a:spAutoFit/>
          </a:bodyPr>
          <a:lstStyle/>
          <a:p>
            <a:pPr algn="ctr"/>
            <a:r>
              <a:rPr lang="es-DO" sz="2000" dirty="0">
                <a:solidFill>
                  <a:prstClr val="black"/>
                </a:solidFill>
                <a:latin typeface="Consolas" panose="020B0609020204030204" pitchFamily="49" charset="0"/>
                <a:ea typeface="Calibri" panose="020F0502020204030204" pitchFamily="34" charset="0"/>
                <a:cs typeface="Arial" panose="020B0604020202020204" pitchFamily="34" charset="0"/>
              </a:rPr>
              <a:t>Indicador de logro no.2</a:t>
            </a:r>
            <a:endParaRPr lang="es-DO" sz="2000" dirty="0">
              <a:solidFill>
                <a:prstClr val="black"/>
              </a:solidFill>
              <a:latin typeface="Consolas" panose="020B0609020204030204" pitchFamily="49" charset="0"/>
              <a:ea typeface="Calibri" panose="020F0502020204030204" pitchFamily="34" charset="0"/>
              <a:cs typeface="Times New Roman" panose="02020603050405020304" pitchFamily="18" charset="0"/>
            </a:endParaRPr>
          </a:p>
        </p:txBody>
      </p:sp>
      <p:sp>
        <p:nvSpPr>
          <p:cNvPr id="12" name="Rectángulo redondeado 11"/>
          <p:cNvSpPr/>
          <p:nvPr/>
        </p:nvSpPr>
        <p:spPr>
          <a:xfrm rot="2103796">
            <a:off x="7369201" y="1798110"/>
            <a:ext cx="1973707" cy="783193"/>
          </a:xfrm>
          <a:prstGeom prst="roundRect">
            <a:avLst/>
          </a:prstGeom>
          <a:solidFill>
            <a:schemeClr val="accent6">
              <a:lumMod val="40000"/>
              <a:lumOff val="60000"/>
            </a:schemeClr>
          </a:solidFill>
        </p:spPr>
        <p:txBody>
          <a:bodyPr wrap="square">
            <a:spAutoFit/>
          </a:bodyPr>
          <a:lstStyle/>
          <a:p>
            <a:pPr algn="ctr"/>
            <a:r>
              <a:rPr lang="es-DO" sz="2000" dirty="0">
                <a:solidFill>
                  <a:prstClr val="black"/>
                </a:solidFill>
                <a:latin typeface="Consolas" panose="020B0609020204030204" pitchFamily="49" charset="0"/>
                <a:ea typeface="Calibri" panose="020F0502020204030204" pitchFamily="34" charset="0"/>
                <a:cs typeface="Arial" panose="020B0604020202020204" pitchFamily="34" charset="0"/>
              </a:rPr>
              <a:t>Indicador de logro no.3</a:t>
            </a:r>
            <a:endParaRPr lang="es-DO" sz="2000" dirty="0">
              <a:solidFill>
                <a:prstClr val="black"/>
              </a:solidFill>
              <a:latin typeface="Consolas" panose="020B0609020204030204" pitchFamily="49" charset="0"/>
              <a:ea typeface="Calibri" panose="020F0502020204030204" pitchFamily="34" charset="0"/>
              <a:cs typeface="Times New Roman" panose="02020603050405020304" pitchFamily="18" charset="0"/>
            </a:endParaRPr>
          </a:p>
        </p:txBody>
      </p:sp>
      <p:sp>
        <p:nvSpPr>
          <p:cNvPr id="13" name="Flecha abajo 12"/>
          <p:cNvSpPr/>
          <p:nvPr/>
        </p:nvSpPr>
        <p:spPr>
          <a:xfrm rot="19414668">
            <a:off x="4182534" y="2238401"/>
            <a:ext cx="365367" cy="765379"/>
          </a:xfrm>
          <a:prstGeom prst="downArrow">
            <a:avLst>
              <a:gd name="adj1" fmla="val 18136"/>
              <a:gd name="adj2" fmla="val 47561"/>
            </a:avLst>
          </a:prstGeom>
          <a:solidFill>
            <a:srgbClr val="00B0F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DO">
              <a:solidFill>
                <a:prstClr val="white"/>
              </a:solidFill>
            </a:endParaRPr>
          </a:p>
        </p:txBody>
      </p:sp>
      <p:sp>
        <p:nvSpPr>
          <p:cNvPr id="14" name="Flecha abajo 13"/>
          <p:cNvSpPr/>
          <p:nvPr/>
        </p:nvSpPr>
        <p:spPr>
          <a:xfrm>
            <a:off x="5700095" y="2249132"/>
            <a:ext cx="365367" cy="765379"/>
          </a:xfrm>
          <a:prstGeom prst="downArrow">
            <a:avLst>
              <a:gd name="adj1" fmla="val 18136"/>
              <a:gd name="adj2" fmla="val 47561"/>
            </a:avLst>
          </a:prstGeom>
          <a:gradFill flip="none" rotWithShape="1">
            <a:gsLst>
              <a:gs pos="0">
                <a:srgbClr val="92D050">
                  <a:shade val="30000"/>
                  <a:satMod val="115000"/>
                </a:srgbClr>
              </a:gs>
              <a:gs pos="50000">
                <a:srgbClr val="92D050">
                  <a:shade val="67500"/>
                  <a:satMod val="115000"/>
                </a:srgbClr>
              </a:gs>
              <a:gs pos="100000">
                <a:srgbClr val="92D050">
                  <a:shade val="100000"/>
                  <a:satMod val="115000"/>
                </a:srgbClr>
              </a:gs>
            </a:gsLst>
            <a:path path="circle">
              <a:fillToRect r="100000" b="100000"/>
            </a:path>
            <a:tileRect l="-100000" t="-100000"/>
          </a:gra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DO">
              <a:solidFill>
                <a:prstClr val="white"/>
              </a:solidFill>
            </a:endParaRPr>
          </a:p>
        </p:txBody>
      </p:sp>
      <p:sp>
        <p:nvSpPr>
          <p:cNvPr id="15" name="Flecha abajo 14"/>
          <p:cNvSpPr/>
          <p:nvPr/>
        </p:nvSpPr>
        <p:spPr>
          <a:xfrm rot="2709927">
            <a:off x="7219805" y="2274890"/>
            <a:ext cx="365367" cy="765379"/>
          </a:xfrm>
          <a:prstGeom prst="downArrow">
            <a:avLst>
              <a:gd name="adj1" fmla="val 18136"/>
              <a:gd name="adj2" fmla="val 47561"/>
            </a:avLst>
          </a:prstGeom>
          <a:solidFill>
            <a:srgbClr val="00B0F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DO">
              <a:solidFill>
                <a:prstClr val="white"/>
              </a:solidFill>
            </a:endParaRPr>
          </a:p>
        </p:txBody>
      </p:sp>
      <p:sp>
        <p:nvSpPr>
          <p:cNvPr id="16" name="Rectángulo redondeado 15"/>
          <p:cNvSpPr/>
          <p:nvPr/>
        </p:nvSpPr>
        <p:spPr>
          <a:xfrm>
            <a:off x="9233977" y="4748012"/>
            <a:ext cx="2163822" cy="1276945"/>
          </a:xfrm>
          <a:prstGeom prst="roundRect">
            <a:avLst/>
          </a:prstGeom>
          <a:solidFill>
            <a:srgbClr val="92D050"/>
          </a:solidFill>
        </p:spPr>
        <p:txBody>
          <a:bodyPr wrap="square">
            <a:spAutoFit/>
          </a:bodyPr>
          <a:lstStyle/>
          <a:p>
            <a:pPr algn="ctr">
              <a:lnSpc>
                <a:spcPct val="115000"/>
              </a:lnSpc>
            </a:pPr>
            <a:r>
              <a:rPr lang="es-DO" sz="2000" dirty="0">
                <a:solidFill>
                  <a:prstClr val="black"/>
                </a:solidFill>
                <a:latin typeface="Consolas" panose="020B0609020204030204" pitchFamily="49" charset="0"/>
                <a:ea typeface="Calibri" panose="020F0502020204030204" pitchFamily="34" charset="0"/>
                <a:cs typeface="Arial" panose="020B0604020202020204" pitchFamily="34" charset="0"/>
              </a:rPr>
              <a:t>Artículos 42 y 43</a:t>
            </a:r>
          </a:p>
          <a:p>
            <a:pPr algn="ctr">
              <a:lnSpc>
                <a:spcPct val="115000"/>
              </a:lnSpc>
            </a:pPr>
            <a:r>
              <a:rPr lang="es-DO" sz="2000" dirty="0">
                <a:solidFill>
                  <a:prstClr val="black"/>
                </a:solidFill>
                <a:latin typeface="Consolas" panose="020B0609020204030204" pitchFamily="49" charset="0"/>
                <a:ea typeface="Calibri" panose="020F0502020204030204" pitchFamily="34" charset="0"/>
                <a:cs typeface="Arial" panose="020B0604020202020204" pitchFamily="34" charset="0"/>
              </a:rPr>
              <a:t>Ord. 04-2023</a:t>
            </a:r>
            <a:endParaRPr lang="es-DO" sz="2000" dirty="0">
              <a:solidFill>
                <a:prstClr val="black"/>
              </a:solidFill>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64221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p:cTn id="21" dur="500" fill="hold"/>
                                        <p:tgtEl>
                                          <p:spTgt spid="11"/>
                                        </p:tgtEl>
                                        <p:attrNameLst>
                                          <p:attrName>ppt_w</p:attrName>
                                        </p:attrNameLst>
                                      </p:cBhvr>
                                      <p:tavLst>
                                        <p:tav tm="0">
                                          <p:val>
                                            <p:fltVal val="0"/>
                                          </p:val>
                                        </p:tav>
                                        <p:tav tm="100000">
                                          <p:val>
                                            <p:strVal val="#ppt_w"/>
                                          </p:val>
                                        </p:tav>
                                      </p:tavLst>
                                    </p:anim>
                                    <p:anim calcmode="lin" valueType="num">
                                      <p:cBhvr>
                                        <p:cTn id="22" dur="500" fill="hold"/>
                                        <p:tgtEl>
                                          <p:spTgt spid="11"/>
                                        </p:tgtEl>
                                        <p:attrNameLst>
                                          <p:attrName>ppt_h</p:attrName>
                                        </p:attrNameLst>
                                      </p:cBhvr>
                                      <p:tavLst>
                                        <p:tav tm="0">
                                          <p:val>
                                            <p:fltVal val="0"/>
                                          </p:val>
                                        </p:tav>
                                        <p:tav tm="100000">
                                          <p:val>
                                            <p:strVal val="#ppt_h"/>
                                          </p:val>
                                        </p:tav>
                                      </p:tavLst>
                                    </p:anim>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p:cTn id="28" dur="500" fill="hold"/>
                                        <p:tgtEl>
                                          <p:spTgt spid="12"/>
                                        </p:tgtEl>
                                        <p:attrNameLst>
                                          <p:attrName>ppt_w</p:attrName>
                                        </p:attrNameLst>
                                      </p:cBhvr>
                                      <p:tavLst>
                                        <p:tav tm="0">
                                          <p:val>
                                            <p:fltVal val="0"/>
                                          </p:val>
                                        </p:tav>
                                        <p:tav tm="100000">
                                          <p:val>
                                            <p:strVal val="#ppt_w"/>
                                          </p:val>
                                        </p:tav>
                                      </p:tavLst>
                                    </p:anim>
                                    <p:anim calcmode="lin" valueType="num">
                                      <p:cBhvr>
                                        <p:cTn id="29" dur="500" fill="hold"/>
                                        <p:tgtEl>
                                          <p:spTgt spid="12"/>
                                        </p:tgtEl>
                                        <p:attrNameLst>
                                          <p:attrName>ppt_h</p:attrName>
                                        </p:attrNameLst>
                                      </p:cBhvr>
                                      <p:tavLst>
                                        <p:tav tm="0">
                                          <p:val>
                                            <p:fltVal val="0"/>
                                          </p:val>
                                        </p:tav>
                                        <p:tav tm="100000">
                                          <p:val>
                                            <p:strVal val="#ppt_h"/>
                                          </p:val>
                                        </p:tav>
                                      </p:tavLst>
                                    </p:anim>
                                    <p:animEffect transition="in" filter="fade">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500" fill="hold"/>
                                        <p:tgtEl>
                                          <p:spTgt spid="14"/>
                                        </p:tgtEl>
                                        <p:attrNameLst>
                                          <p:attrName>ppt_w</p:attrName>
                                        </p:attrNameLst>
                                      </p:cBhvr>
                                      <p:tavLst>
                                        <p:tav tm="0">
                                          <p:val>
                                            <p:fltVal val="0"/>
                                          </p:val>
                                        </p:tav>
                                        <p:tav tm="100000">
                                          <p:val>
                                            <p:strVal val="#ppt_w"/>
                                          </p:val>
                                        </p:tav>
                                      </p:tavLst>
                                    </p:anim>
                                    <p:anim calcmode="lin" valueType="num">
                                      <p:cBhvr>
                                        <p:cTn id="36" dur="500" fill="hold"/>
                                        <p:tgtEl>
                                          <p:spTgt spid="14"/>
                                        </p:tgtEl>
                                        <p:attrNameLst>
                                          <p:attrName>ppt_h</p:attrName>
                                        </p:attrNameLst>
                                      </p:cBhvr>
                                      <p:tavLst>
                                        <p:tav tm="0">
                                          <p:val>
                                            <p:fltVal val="0"/>
                                          </p:val>
                                        </p:tav>
                                        <p:tav tm="100000">
                                          <p:val>
                                            <p:strVal val="#ppt_h"/>
                                          </p:val>
                                        </p:tav>
                                      </p:tavLst>
                                    </p:anim>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 calcmode="lin" valueType="num">
                                      <p:cBhvr>
                                        <p:cTn id="42" dur="500" fill="hold"/>
                                        <p:tgtEl>
                                          <p:spTgt spid="15"/>
                                        </p:tgtEl>
                                        <p:attrNameLst>
                                          <p:attrName>ppt_w</p:attrName>
                                        </p:attrNameLst>
                                      </p:cBhvr>
                                      <p:tavLst>
                                        <p:tav tm="0">
                                          <p:val>
                                            <p:fltVal val="0"/>
                                          </p:val>
                                        </p:tav>
                                        <p:tav tm="100000">
                                          <p:val>
                                            <p:strVal val="#ppt_w"/>
                                          </p:val>
                                        </p:tav>
                                      </p:tavLst>
                                    </p:anim>
                                    <p:anim calcmode="lin" valueType="num">
                                      <p:cBhvr>
                                        <p:cTn id="43" dur="500" fill="hold"/>
                                        <p:tgtEl>
                                          <p:spTgt spid="15"/>
                                        </p:tgtEl>
                                        <p:attrNameLst>
                                          <p:attrName>ppt_h</p:attrName>
                                        </p:attrNameLst>
                                      </p:cBhvr>
                                      <p:tavLst>
                                        <p:tav tm="0">
                                          <p:val>
                                            <p:fltVal val="0"/>
                                          </p:val>
                                        </p:tav>
                                        <p:tav tm="100000">
                                          <p:val>
                                            <p:strVal val="#ppt_h"/>
                                          </p:val>
                                        </p:tav>
                                      </p:tavLst>
                                    </p:anim>
                                    <p:animEffect transition="in" filter="fade">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p:cTn id="49" dur="500" fill="hold"/>
                                        <p:tgtEl>
                                          <p:spTgt spid="13"/>
                                        </p:tgtEl>
                                        <p:attrNameLst>
                                          <p:attrName>ppt_w</p:attrName>
                                        </p:attrNameLst>
                                      </p:cBhvr>
                                      <p:tavLst>
                                        <p:tav tm="0">
                                          <p:val>
                                            <p:fltVal val="0"/>
                                          </p:val>
                                        </p:tav>
                                        <p:tav tm="100000">
                                          <p:val>
                                            <p:strVal val="#ppt_w"/>
                                          </p:val>
                                        </p:tav>
                                      </p:tavLst>
                                    </p:anim>
                                    <p:anim calcmode="lin" valueType="num">
                                      <p:cBhvr>
                                        <p:cTn id="50" dur="500" fill="hold"/>
                                        <p:tgtEl>
                                          <p:spTgt spid="13"/>
                                        </p:tgtEl>
                                        <p:attrNameLst>
                                          <p:attrName>ppt_h</p:attrName>
                                        </p:attrNameLst>
                                      </p:cBhvr>
                                      <p:tavLst>
                                        <p:tav tm="0">
                                          <p:val>
                                            <p:fltVal val="0"/>
                                          </p:val>
                                        </p:tav>
                                        <p:tav tm="100000">
                                          <p:val>
                                            <p:strVal val="#ppt_h"/>
                                          </p:val>
                                        </p:tav>
                                      </p:tavLst>
                                    </p:anim>
                                    <p:animEffect transition="in" filter="fad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6"/>
                                        </p:tgtEl>
                                        <p:attrNameLst>
                                          <p:attrName>style.visibility</p:attrName>
                                        </p:attrNameLst>
                                      </p:cBhvr>
                                      <p:to>
                                        <p:strVal val="visible"/>
                                      </p:to>
                                    </p:set>
                                    <p:anim calcmode="lin" valueType="num">
                                      <p:cBhvr>
                                        <p:cTn id="56" dur="500" fill="hold"/>
                                        <p:tgtEl>
                                          <p:spTgt spid="6"/>
                                        </p:tgtEl>
                                        <p:attrNameLst>
                                          <p:attrName>ppt_w</p:attrName>
                                        </p:attrNameLst>
                                      </p:cBhvr>
                                      <p:tavLst>
                                        <p:tav tm="0">
                                          <p:val>
                                            <p:fltVal val="0"/>
                                          </p:val>
                                        </p:tav>
                                        <p:tav tm="100000">
                                          <p:val>
                                            <p:strVal val="#ppt_w"/>
                                          </p:val>
                                        </p:tav>
                                      </p:tavLst>
                                    </p:anim>
                                    <p:anim calcmode="lin" valueType="num">
                                      <p:cBhvr>
                                        <p:cTn id="57" dur="500" fill="hold"/>
                                        <p:tgtEl>
                                          <p:spTgt spid="6"/>
                                        </p:tgtEl>
                                        <p:attrNameLst>
                                          <p:attrName>ppt_h</p:attrName>
                                        </p:attrNameLst>
                                      </p:cBhvr>
                                      <p:tavLst>
                                        <p:tav tm="0">
                                          <p:val>
                                            <p:fltVal val="0"/>
                                          </p:val>
                                        </p:tav>
                                        <p:tav tm="100000">
                                          <p:val>
                                            <p:strVal val="#ppt_h"/>
                                          </p:val>
                                        </p:tav>
                                      </p:tavLst>
                                    </p:anim>
                                    <p:animEffect transition="in" filter="fade">
                                      <p:cBhvr>
                                        <p:cTn id="58" dur="500"/>
                                        <p:tgtEl>
                                          <p:spTgt spid="6"/>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p:cTn id="63" dur="500" fill="hold"/>
                                        <p:tgtEl>
                                          <p:spTgt spid="3"/>
                                        </p:tgtEl>
                                        <p:attrNameLst>
                                          <p:attrName>ppt_w</p:attrName>
                                        </p:attrNameLst>
                                      </p:cBhvr>
                                      <p:tavLst>
                                        <p:tav tm="0">
                                          <p:val>
                                            <p:fltVal val="0"/>
                                          </p:val>
                                        </p:tav>
                                        <p:tav tm="100000">
                                          <p:val>
                                            <p:strVal val="#ppt_w"/>
                                          </p:val>
                                        </p:tav>
                                      </p:tavLst>
                                    </p:anim>
                                    <p:anim calcmode="lin" valueType="num">
                                      <p:cBhvr>
                                        <p:cTn id="64" dur="500" fill="hold"/>
                                        <p:tgtEl>
                                          <p:spTgt spid="3"/>
                                        </p:tgtEl>
                                        <p:attrNameLst>
                                          <p:attrName>ppt_h</p:attrName>
                                        </p:attrNameLst>
                                      </p:cBhvr>
                                      <p:tavLst>
                                        <p:tav tm="0">
                                          <p:val>
                                            <p:fltVal val="0"/>
                                          </p:val>
                                        </p:tav>
                                        <p:tav tm="100000">
                                          <p:val>
                                            <p:strVal val="#ppt_h"/>
                                          </p:val>
                                        </p:tav>
                                      </p:tavLst>
                                    </p:anim>
                                    <p:animEffect transition="in" filter="fade">
                                      <p:cBhvr>
                                        <p:cTn id="65" dur="500"/>
                                        <p:tgtEl>
                                          <p:spTgt spid="3"/>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4"/>
                                        </p:tgtEl>
                                        <p:attrNameLst>
                                          <p:attrName>style.visibility</p:attrName>
                                        </p:attrNameLst>
                                      </p:cBhvr>
                                      <p:to>
                                        <p:strVal val="visible"/>
                                      </p:to>
                                    </p:set>
                                    <p:anim calcmode="lin" valueType="num">
                                      <p:cBhvr>
                                        <p:cTn id="70" dur="500" fill="hold"/>
                                        <p:tgtEl>
                                          <p:spTgt spid="4"/>
                                        </p:tgtEl>
                                        <p:attrNameLst>
                                          <p:attrName>ppt_w</p:attrName>
                                        </p:attrNameLst>
                                      </p:cBhvr>
                                      <p:tavLst>
                                        <p:tav tm="0">
                                          <p:val>
                                            <p:fltVal val="0"/>
                                          </p:val>
                                        </p:tav>
                                        <p:tav tm="100000">
                                          <p:val>
                                            <p:strVal val="#ppt_w"/>
                                          </p:val>
                                        </p:tav>
                                      </p:tavLst>
                                    </p:anim>
                                    <p:anim calcmode="lin" valueType="num">
                                      <p:cBhvr>
                                        <p:cTn id="71" dur="500" fill="hold"/>
                                        <p:tgtEl>
                                          <p:spTgt spid="4"/>
                                        </p:tgtEl>
                                        <p:attrNameLst>
                                          <p:attrName>ppt_h</p:attrName>
                                        </p:attrNameLst>
                                      </p:cBhvr>
                                      <p:tavLst>
                                        <p:tav tm="0">
                                          <p:val>
                                            <p:fltVal val="0"/>
                                          </p:val>
                                        </p:tav>
                                        <p:tav tm="100000">
                                          <p:val>
                                            <p:strVal val="#ppt_h"/>
                                          </p:val>
                                        </p:tav>
                                      </p:tavLst>
                                    </p:anim>
                                    <p:animEffect transition="in" filter="fade">
                                      <p:cBhvr>
                                        <p:cTn id="72" dur="500"/>
                                        <p:tgtEl>
                                          <p:spTgt spid="4"/>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16"/>
                                        </p:tgtEl>
                                        <p:attrNameLst>
                                          <p:attrName>style.visibility</p:attrName>
                                        </p:attrNameLst>
                                      </p:cBhvr>
                                      <p:to>
                                        <p:strVal val="visible"/>
                                      </p:to>
                                    </p:set>
                                    <p:anim calcmode="lin" valueType="num">
                                      <p:cBhvr>
                                        <p:cTn id="77" dur="500" fill="hold"/>
                                        <p:tgtEl>
                                          <p:spTgt spid="16"/>
                                        </p:tgtEl>
                                        <p:attrNameLst>
                                          <p:attrName>ppt_w</p:attrName>
                                        </p:attrNameLst>
                                      </p:cBhvr>
                                      <p:tavLst>
                                        <p:tav tm="0">
                                          <p:val>
                                            <p:fltVal val="0"/>
                                          </p:val>
                                        </p:tav>
                                        <p:tav tm="100000">
                                          <p:val>
                                            <p:strVal val="#ppt_w"/>
                                          </p:val>
                                        </p:tav>
                                      </p:tavLst>
                                    </p:anim>
                                    <p:anim calcmode="lin" valueType="num">
                                      <p:cBhvr>
                                        <p:cTn id="78" dur="500" fill="hold"/>
                                        <p:tgtEl>
                                          <p:spTgt spid="16"/>
                                        </p:tgtEl>
                                        <p:attrNameLst>
                                          <p:attrName>ppt_h</p:attrName>
                                        </p:attrNameLst>
                                      </p:cBhvr>
                                      <p:tavLst>
                                        <p:tav tm="0">
                                          <p:val>
                                            <p:fltVal val="0"/>
                                          </p:val>
                                        </p:tav>
                                        <p:tav tm="100000">
                                          <p:val>
                                            <p:strVal val="#ppt_h"/>
                                          </p:val>
                                        </p:tav>
                                      </p:tavLst>
                                    </p:anim>
                                    <p:animEffect transition="in" filter="fade">
                                      <p:cBhvr>
                                        <p:cTn id="79" dur="5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xit" presetSubtype="0" fill="hold" grpId="1" nodeType="clickEffect">
                                  <p:stCondLst>
                                    <p:cond delay="0"/>
                                  </p:stCondLst>
                                  <p:childTnLst>
                                    <p:animEffect transition="out" filter="fade">
                                      <p:cBhvr>
                                        <p:cTn id="83" dur="500"/>
                                        <p:tgtEl>
                                          <p:spTgt spid="16"/>
                                        </p:tgtEl>
                                      </p:cBhvr>
                                    </p:animEffect>
                                    <p:set>
                                      <p:cBhvr>
                                        <p:cTn id="84"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10" grpId="0" animBg="1"/>
      <p:bldP spid="11" grpId="0" animBg="1"/>
      <p:bldP spid="12" grpId="0" animBg="1"/>
      <p:bldP spid="13" grpId="0" animBg="1"/>
      <p:bldP spid="14" grpId="0" animBg="1"/>
      <p:bldP spid="15" grpId="0" animBg="1"/>
      <p:bldP spid="16" grpId="0" animBg="1"/>
      <p:bldP spid="16"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296213" y="45480"/>
            <a:ext cx="11668259" cy="3406061"/>
          </a:xfrm>
          <a:prstGeom prst="rect">
            <a:avLst/>
          </a:prstGeom>
        </p:spPr>
      </p:pic>
      <p:pic>
        <p:nvPicPr>
          <p:cNvPr id="6" name="Imagen 5"/>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tretch>
            <a:fillRect/>
          </a:stretch>
        </p:blipFill>
        <p:spPr>
          <a:xfrm>
            <a:off x="296212" y="3511100"/>
            <a:ext cx="11668259" cy="3250308"/>
          </a:xfrm>
          <a:prstGeom prst="rect">
            <a:avLst/>
          </a:prstGeom>
        </p:spPr>
      </p:pic>
      <p:sp>
        <p:nvSpPr>
          <p:cNvPr id="7" name="Rectángulo 6"/>
          <p:cNvSpPr/>
          <p:nvPr/>
        </p:nvSpPr>
        <p:spPr>
          <a:xfrm>
            <a:off x="906802" y="2641909"/>
            <a:ext cx="428322"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85</a:t>
            </a:r>
            <a:endParaRPr lang="es-DO" sz="1700" dirty="0">
              <a:solidFill>
                <a:prstClr val="black"/>
              </a:solidFill>
              <a:ea typeface="Calibri" panose="020F0502020204030204" pitchFamily="34" charset="0"/>
              <a:cs typeface="Times New Roman" panose="02020603050405020304" pitchFamily="18" charset="0"/>
            </a:endParaRPr>
          </a:p>
        </p:txBody>
      </p:sp>
      <p:sp>
        <p:nvSpPr>
          <p:cNvPr id="8" name="Rectángulo 7"/>
          <p:cNvSpPr/>
          <p:nvPr/>
        </p:nvSpPr>
        <p:spPr>
          <a:xfrm>
            <a:off x="6461395" y="2642224"/>
            <a:ext cx="428323"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88</a:t>
            </a:r>
            <a:endParaRPr lang="es-DO" sz="1700" dirty="0">
              <a:solidFill>
                <a:prstClr val="black"/>
              </a:solidFill>
              <a:ea typeface="Calibri" panose="020F0502020204030204" pitchFamily="34" charset="0"/>
              <a:cs typeface="Times New Roman" panose="02020603050405020304" pitchFamily="18" charset="0"/>
            </a:endParaRPr>
          </a:p>
        </p:txBody>
      </p:sp>
      <p:sp>
        <p:nvSpPr>
          <p:cNvPr id="9" name="Rectángulo 8"/>
          <p:cNvSpPr/>
          <p:nvPr/>
        </p:nvSpPr>
        <p:spPr>
          <a:xfrm>
            <a:off x="768922" y="5926341"/>
            <a:ext cx="428323"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87</a:t>
            </a:r>
            <a:endParaRPr lang="es-DO" sz="1700" dirty="0">
              <a:solidFill>
                <a:prstClr val="black"/>
              </a:solidFill>
              <a:ea typeface="Calibri" panose="020F0502020204030204" pitchFamily="34" charset="0"/>
              <a:cs typeface="Times New Roman" panose="02020603050405020304" pitchFamily="18" charset="0"/>
            </a:endParaRPr>
          </a:p>
        </p:txBody>
      </p:sp>
      <p:sp>
        <p:nvSpPr>
          <p:cNvPr id="10" name="Rectángulo 9"/>
          <p:cNvSpPr/>
          <p:nvPr/>
        </p:nvSpPr>
        <p:spPr>
          <a:xfrm>
            <a:off x="5147746" y="5926337"/>
            <a:ext cx="428323"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89</a:t>
            </a:r>
            <a:endParaRPr lang="es-DO" sz="1700" dirty="0">
              <a:solidFill>
                <a:prstClr val="black"/>
              </a:solidFill>
              <a:ea typeface="Calibri" panose="020F0502020204030204" pitchFamily="34" charset="0"/>
              <a:cs typeface="Times New Roman" panose="02020603050405020304" pitchFamily="18" charset="0"/>
            </a:endParaRPr>
          </a:p>
        </p:txBody>
      </p:sp>
      <p:sp>
        <p:nvSpPr>
          <p:cNvPr id="11" name="Rectángulo 10"/>
          <p:cNvSpPr/>
          <p:nvPr/>
        </p:nvSpPr>
        <p:spPr>
          <a:xfrm>
            <a:off x="2288633" y="2642224"/>
            <a:ext cx="428323"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87</a:t>
            </a:r>
            <a:endParaRPr lang="es-DO" sz="1700" dirty="0">
              <a:solidFill>
                <a:prstClr val="black"/>
              </a:solidFill>
              <a:ea typeface="Calibri" panose="020F0502020204030204" pitchFamily="34" charset="0"/>
              <a:cs typeface="Times New Roman" panose="02020603050405020304" pitchFamily="18" charset="0"/>
            </a:endParaRPr>
          </a:p>
        </p:txBody>
      </p:sp>
      <p:sp>
        <p:nvSpPr>
          <p:cNvPr id="12" name="Rectángulo 11"/>
          <p:cNvSpPr/>
          <p:nvPr/>
        </p:nvSpPr>
        <p:spPr>
          <a:xfrm>
            <a:off x="7813679" y="2642224"/>
            <a:ext cx="428322"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85</a:t>
            </a:r>
            <a:endParaRPr lang="es-DO" sz="1700" dirty="0">
              <a:solidFill>
                <a:prstClr val="black"/>
              </a:solidFill>
              <a:ea typeface="Calibri" panose="020F0502020204030204" pitchFamily="34" charset="0"/>
              <a:cs typeface="Times New Roman" panose="02020603050405020304" pitchFamily="18" charset="0"/>
            </a:endParaRPr>
          </a:p>
        </p:txBody>
      </p:sp>
      <p:sp>
        <p:nvSpPr>
          <p:cNvPr id="13" name="Rectángulo 12"/>
          <p:cNvSpPr/>
          <p:nvPr/>
        </p:nvSpPr>
        <p:spPr>
          <a:xfrm>
            <a:off x="1271200" y="6183918"/>
            <a:ext cx="428323" cy="372281"/>
          </a:xfrm>
          <a:prstGeom prst="rect">
            <a:avLst/>
          </a:prstGeom>
        </p:spPr>
        <p:txBody>
          <a:bodyPr wrap="none">
            <a:spAutoFit/>
          </a:bodyPr>
          <a:lstStyle/>
          <a:p>
            <a:pPr algn="ctr">
              <a:lnSpc>
                <a:spcPct val="107000"/>
              </a:lnSpc>
            </a:pPr>
            <a:r>
              <a:rPr lang="es-DO" sz="1700" b="1" dirty="0">
                <a:solidFill>
                  <a:srgbClr val="C00000"/>
                </a:solidFill>
                <a:latin typeface="Arial" panose="020B0604020202020204" pitchFamily="34" charset="0"/>
                <a:ea typeface="Calibri" panose="020F0502020204030204" pitchFamily="34" charset="0"/>
                <a:cs typeface="Times New Roman" panose="02020603050405020304" pitchFamily="18" charset="0"/>
              </a:rPr>
              <a:t>75</a:t>
            </a:r>
            <a:endParaRPr lang="es-DO" sz="1700" b="1" dirty="0">
              <a:solidFill>
                <a:srgbClr val="C00000"/>
              </a:solidFill>
              <a:ea typeface="Calibri" panose="020F0502020204030204" pitchFamily="34" charset="0"/>
              <a:cs typeface="Times New Roman" panose="02020603050405020304" pitchFamily="18" charset="0"/>
            </a:endParaRPr>
          </a:p>
        </p:txBody>
      </p:sp>
      <p:sp>
        <p:nvSpPr>
          <p:cNvPr id="14" name="Rectángulo 13"/>
          <p:cNvSpPr/>
          <p:nvPr/>
        </p:nvSpPr>
        <p:spPr>
          <a:xfrm>
            <a:off x="6268212" y="5926342"/>
            <a:ext cx="428322"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85</a:t>
            </a:r>
            <a:endParaRPr lang="es-DO" sz="1700" dirty="0">
              <a:solidFill>
                <a:prstClr val="black"/>
              </a:solidFill>
              <a:ea typeface="Calibri" panose="020F0502020204030204" pitchFamily="34" charset="0"/>
              <a:cs typeface="Times New Roman" panose="02020603050405020304" pitchFamily="18" charset="0"/>
            </a:endParaRPr>
          </a:p>
        </p:txBody>
      </p:sp>
      <p:sp>
        <p:nvSpPr>
          <p:cNvPr id="15" name="Rectángulo 14"/>
          <p:cNvSpPr/>
          <p:nvPr/>
        </p:nvSpPr>
        <p:spPr>
          <a:xfrm>
            <a:off x="3692433" y="2642224"/>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86</a:t>
            </a:r>
            <a:endParaRPr lang="es-DO" sz="1700" dirty="0">
              <a:solidFill>
                <a:prstClr val="black"/>
              </a:solidFill>
              <a:ea typeface="Calibri" panose="020F0502020204030204" pitchFamily="34" charset="0"/>
              <a:cs typeface="Times New Roman" panose="02020603050405020304" pitchFamily="18" charset="0"/>
            </a:endParaRPr>
          </a:p>
        </p:txBody>
      </p:sp>
      <p:sp>
        <p:nvSpPr>
          <p:cNvPr id="16" name="Rectángulo 15"/>
          <p:cNvSpPr/>
          <p:nvPr/>
        </p:nvSpPr>
        <p:spPr>
          <a:xfrm>
            <a:off x="9243231" y="2642225"/>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84</a:t>
            </a:r>
            <a:endParaRPr lang="es-DO" sz="1700" dirty="0">
              <a:solidFill>
                <a:prstClr val="black"/>
              </a:solidFill>
              <a:ea typeface="Calibri" panose="020F0502020204030204" pitchFamily="34" charset="0"/>
              <a:cs typeface="Times New Roman" panose="02020603050405020304" pitchFamily="18" charset="0"/>
            </a:endParaRPr>
          </a:p>
        </p:txBody>
      </p:sp>
      <p:sp>
        <p:nvSpPr>
          <p:cNvPr id="17" name="Rectángulo 16"/>
          <p:cNvSpPr/>
          <p:nvPr/>
        </p:nvSpPr>
        <p:spPr>
          <a:xfrm>
            <a:off x="2945452" y="5926340"/>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88</a:t>
            </a:r>
            <a:endParaRPr lang="es-DO" sz="1700" dirty="0">
              <a:solidFill>
                <a:prstClr val="black"/>
              </a:solidFill>
              <a:ea typeface="Calibri" panose="020F0502020204030204" pitchFamily="34" charset="0"/>
              <a:cs typeface="Times New Roman" panose="02020603050405020304" pitchFamily="18" charset="0"/>
            </a:endParaRPr>
          </a:p>
        </p:txBody>
      </p:sp>
      <p:sp>
        <p:nvSpPr>
          <p:cNvPr id="18" name="Rectángulo 17"/>
          <p:cNvSpPr/>
          <p:nvPr/>
        </p:nvSpPr>
        <p:spPr>
          <a:xfrm>
            <a:off x="7362915" y="5926340"/>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90</a:t>
            </a:r>
            <a:endParaRPr lang="es-DO" sz="1700" dirty="0">
              <a:solidFill>
                <a:prstClr val="black"/>
              </a:solidFill>
              <a:ea typeface="Calibri" panose="020F0502020204030204" pitchFamily="34" charset="0"/>
              <a:cs typeface="Times New Roman" panose="02020603050405020304" pitchFamily="18" charset="0"/>
            </a:endParaRPr>
          </a:p>
        </p:txBody>
      </p:sp>
      <p:sp>
        <p:nvSpPr>
          <p:cNvPr id="19" name="Rectángulo 18"/>
          <p:cNvSpPr/>
          <p:nvPr/>
        </p:nvSpPr>
        <p:spPr>
          <a:xfrm>
            <a:off x="5096233" y="2642224"/>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89</a:t>
            </a:r>
            <a:endParaRPr lang="es-DO" sz="1700" dirty="0">
              <a:solidFill>
                <a:prstClr val="black"/>
              </a:solidFill>
              <a:ea typeface="Calibri" panose="020F0502020204030204" pitchFamily="34" charset="0"/>
              <a:cs typeface="Times New Roman" panose="02020603050405020304" pitchFamily="18" charset="0"/>
            </a:endParaRPr>
          </a:p>
        </p:txBody>
      </p:sp>
      <p:sp>
        <p:nvSpPr>
          <p:cNvPr id="20" name="Rectángulo 19"/>
          <p:cNvSpPr/>
          <p:nvPr/>
        </p:nvSpPr>
        <p:spPr>
          <a:xfrm>
            <a:off x="4065918" y="5926339"/>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92</a:t>
            </a:r>
            <a:endParaRPr lang="es-DO" sz="1700" dirty="0">
              <a:solidFill>
                <a:prstClr val="black"/>
              </a:solidFill>
              <a:ea typeface="Calibri" panose="020F0502020204030204" pitchFamily="34" charset="0"/>
              <a:cs typeface="Times New Roman" panose="02020603050405020304" pitchFamily="18" charset="0"/>
            </a:endParaRPr>
          </a:p>
        </p:txBody>
      </p:sp>
      <p:sp>
        <p:nvSpPr>
          <p:cNvPr id="21" name="Rectángulo 20"/>
          <p:cNvSpPr/>
          <p:nvPr/>
        </p:nvSpPr>
        <p:spPr>
          <a:xfrm>
            <a:off x="10621271" y="2642224"/>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90</a:t>
            </a:r>
            <a:endParaRPr lang="es-DO" sz="1700" dirty="0">
              <a:solidFill>
                <a:prstClr val="black"/>
              </a:solidFill>
              <a:ea typeface="Calibri" panose="020F0502020204030204" pitchFamily="34" charset="0"/>
              <a:cs typeface="Times New Roman" panose="02020603050405020304" pitchFamily="18" charset="0"/>
            </a:endParaRPr>
          </a:p>
        </p:txBody>
      </p:sp>
      <p:sp>
        <p:nvSpPr>
          <p:cNvPr id="22" name="Rectángulo 21"/>
          <p:cNvSpPr/>
          <p:nvPr/>
        </p:nvSpPr>
        <p:spPr>
          <a:xfrm>
            <a:off x="8470499" y="5926340"/>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95</a:t>
            </a:r>
            <a:endParaRPr lang="es-DO" sz="1700" dirty="0">
              <a:solidFill>
                <a:prstClr val="black"/>
              </a:solidFill>
              <a:ea typeface="Calibri" panose="020F0502020204030204" pitchFamily="34" charset="0"/>
              <a:cs typeface="Times New Roman" panose="02020603050405020304" pitchFamily="18" charset="0"/>
            </a:endParaRPr>
          </a:p>
        </p:txBody>
      </p:sp>
      <p:sp>
        <p:nvSpPr>
          <p:cNvPr id="23" name="Rectángulo 22"/>
          <p:cNvSpPr/>
          <p:nvPr/>
        </p:nvSpPr>
        <p:spPr>
          <a:xfrm>
            <a:off x="910590" y="2886925"/>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72</a:t>
            </a:r>
            <a:endParaRPr lang="es-DO" sz="1700" dirty="0">
              <a:solidFill>
                <a:prstClr val="black"/>
              </a:solidFill>
              <a:ea typeface="Calibri" panose="020F0502020204030204" pitchFamily="34" charset="0"/>
              <a:cs typeface="Times New Roman" panose="02020603050405020304" pitchFamily="18" charset="0"/>
            </a:endParaRPr>
          </a:p>
        </p:txBody>
      </p:sp>
      <p:sp>
        <p:nvSpPr>
          <p:cNvPr id="24" name="Rectángulo 23"/>
          <p:cNvSpPr/>
          <p:nvPr/>
        </p:nvSpPr>
        <p:spPr>
          <a:xfrm>
            <a:off x="6461391" y="2886925"/>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65</a:t>
            </a:r>
            <a:endParaRPr lang="es-DO" sz="1700" dirty="0">
              <a:solidFill>
                <a:prstClr val="black"/>
              </a:solidFill>
              <a:ea typeface="Calibri" panose="020F0502020204030204" pitchFamily="34" charset="0"/>
              <a:cs typeface="Times New Roman" panose="02020603050405020304" pitchFamily="18" charset="0"/>
            </a:endParaRPr>
          </a:p>
        </p:txBody>
      </p:sp>
      <p:sp>
        <p:nvSpPr>
          <p:cNvPr id="25" name="Rectángulo 24"/>
          <p:cNvSpPr/>
          <p:nvPr/>
        </p:nvSpPr>
        <p:spPr>
          <a:xfrm>
            <a:off x="7143974" y="2874046"/>
            <a:ext cx="428323" cy="372281"/>
          </a:xfrm>
          <a:prstGeom prst="rect">
            <a:avLst/>
          </a:prstGeom>
        </p:spPr>
        <p:txBody>
          <a:bodyPr wrap="none">
            <a:spAutoFit/>
          </a:bodyPr>
          <a:lstStyle/>
          <a:p>
            <a:pPr algn="ctr">
              <a:lnSpc>
                <a:spcPct val="107000"/>
              </a:lnSpc>
            </a:pPr>
            <a:r>
              <a:rPr lang="es-DO" sz="1700" b="1" dirty="0">
                <a:solidFill>
                  <a:srgbClr val="C00000"/>
                </a:solidFill>
                <a:latin typeface="Arial" panose="020B0604020202020204" pitchFamily="34" charset="0"/>
                <a:ea typeface="Calibri" panose="020F0502020204030204" pitchFamily="34" charset="0"/>
                <a:cs typeface="Times New Roman" panose="02020603050405020304" pitchFamily="18" charset="0"/>
              </a:rPr>
              <a:t>80</a:t>
            </a:r>
            <a:endParaRPr lang="es-DO" sz="1700" b="1" dirty="0">
              <a:solidFill>
                <a:srgbClr val="C00000"/>
              </a:solidFill>
              <a:ea typeface="Calibri" panose="020F0502020204030204" pitchFamily="34" charset="0"/>
              <a:cs typeface="Times New Roman" panose="02020603050405020304" pitchFamily="18" charset="0"/>
            </a:endParaRPr>
          </a:p>
        </p:txBody>
      </p:sp>
      <p:sp>
        <p:nvSpPr>
          <p:cNvPr id="26" name="Rectángulo 25"/>
          <p:cNvSpPr/>
          <p:nvPr/>
        </p:nvSpPr>
        <p:spPr>
          <a:xfrm>
            <a:off x="756045" y="6182756"/>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60</a:t>
            </a:r>
            <a:endParaRPr lang="es-DO" sz="1700" dirty="0">
              <a:solidFill>
                <a:prstClr val="black"/>
              </a:solidFill>
              <a:ea typeface="Calibri" panose="020F0502020204030204" pitchFamily="34" charset="0"/>
              <a:cs typeface="Times New Roman" panose="02020603050405020304" pitchFamily="18" charset="0"/>
            </a:endParaRPr>
          </a:p>
        </p:txBody>
      </p:sp>
      <p:sp>
        <p:nvSpPr>
          <p:cNvPr id="28" name="Rectángulo 27"/>
          <p:cNvSpPr/>
          <p:nvPr/>
        </p:nvSpPr>
        <p:spPr>
          <a:xfrm>
            <a:off x="2275752" y="2886925"/>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78</a:t>
            </a:r>
            <a:endParaRPr lang="es-DO" sz="1700" dirty="0">
              <a:solidFill>
                <a:prstClr val="black"/>
              </a:solidFill>
              <a:ea typeface="Calibri" panose="020F0502020204030204" pitchFamily="34" charset="0"/>
              <a:cs typeface="Times New Roman" panose="02020603050405020304" pitchFamily="18" charset="0"/>
            </a:endParaRPr>
          </a:p>
        </p:txBody>
      </p:sp>
      <p:sp>
        <p:nvSpPr>
          <p:cNvPr id="29" name="Rectángulo 28"/>
          <p:cNvSpPr/>
          <p:nvPr/>
        </p:nvSpPr>
        <p:spPr>
          <a:xfrm>
            <a:off x="7813678" y="2886925"/>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71</a:t>
            </a:r>
            <a:endParaRPr lang="es-DO" sz="1700" dirty="0">
              <a:solidFill>
                <a:prstClr val="black"/>
              </a:solidFill>
              <a:ea typeface="Calibri" panose="020F0502020204030204" pitchFamily="34" charset="0"/>
              <a:cs typeface="Times New Roman" panose="02020603050405020304" pitchFamily="18" charset="0"/>
            </a:endParaRPr>
          </a:p>
        </p:txBody>
      </p:sp>
      <p:sp>
        <p:nvSpPr>
          <p:cNvPr id="30" name="Rectángulo 29"/>
          <p:cNvSpPr/>
          <p:nvPr/>
        </p:nvSpPr>
        <p:spPr>
          <a:xfrm>
            <a:off x="1824990" y="6183919"/>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74</a:t>
            </a:r>
            <a:endParaRPr lang="es-DO" sz="1700" dirty="0">
              <a:solidFill>
                <a:prstClr val="black"/>
              </a:solidFill>
              <a:ea typeface="Calibri" panose="020F0502020204030204" pitchFamily="34" charset="0"/>
              <a:cs typeface="Times New Roman" panose="02020603050405020304" pitchFamily="18" charset="0"/>
            </a:endParaRPr>
          </a:p>
        </p:txBody>
      </p:sp>
      <p:sp>
        <p:nvSpPr>
          <p:cNvPr id="31" name="Rectángulo 30"/>
          <p:cNvSpPr/>
          <p:nvPr/>
        </p:nvSpPr>
        <p:spPr>
          <a:xfrm>
            <a:off x="1837873" y="5926341"/>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86</a:t>
            </a:r>
            <a:endParaRPr lang="es-DO" sz="1700" dirty="0">
              <a:solidFill>
                <a:prstClr val="black"/>
              </a:solidFill>
              <a:ea typeface="Calibri" panose="020F0502020204030204" pitchFamily="34" charset="0"/>
              <a:cs typeface="Times New Roman" panose="02020603050405020304" pitchFamily="18" charset="0"/>
            </a:endParaRPr>
          </a:p>
        </p:txBody>
      </p:sp>
      <p:sp>
        <p:nvSpPr>
          <p:cNvPr id="32" name="Rectángulo 31"/>
          <p:cNvSpPr/>
          <p:nvPr/>
        </p:nvSpPr>
        <p:spPr>
          <a:xfrm>
            <a:off x="5160617" y="6183919"/>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77</a:t>
            </a:r>
            <a:endParaRPr lang="es-DO" sz="1700" dirty="0">
              <a:solidFill>
                <a:prstClr val="black"/>
              </a:solidFill>
              <a:ea typeface="Calibri" panose="020F0502020204030204" pitchFamily="34" charset="0"/>
              <a:cs typeface="Times New Roman" panose="02020603050405020304" pitchFamily="18" charset="0"/>
            </a:endParaRPr>
          </a:p>
        </p:txBody>
      </p:sp>
      <p:sp>
        <p:nvSpPr>
          <p:cNvPr id="33" name="Rectángulo 32"/>
          <p:cNvSpPr/>
          <p:nvPr/>
        </p:nvSpPr>
        <p:spPr>
          <a:xfrm>
            <a:off x="6255321" y="6183921"/>
            <a:ext cx="428323"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68</a:t>
            </a:r>
            <a:endParaRPr lang="es-DO" sz="1700" dirty="0">
              <a:solidFill>
                <a:prstClr val="black"/>
              </a:solidFill>
              <a:ea typeface="Calibri" panose="020F0502020204030204" pitchFamily="34" charset="0"/>
              <a:cs typeface="Times New Roman" panose="02020603050405020304" pitchFamily="18" charset="0"/>
            </a:endParaRPr>
          </a:p>
        </p:txBody>
      </p:sp>
      <p:sp>
        <p:nvSpPr>
          <p:cNvPr id="34" name="Rectángulo 33"/>
          <p:cNvSpPr/>
          <p:nvPr/>
        </p:nvSpPr>
        <p:spPr>
          <a:xfrm>
            <a:off x="6834881" y="6183917"/>
            <a:ext cx="428323" cy="372281"/>
          </a:xfrm>
          <a:prstGeom prst="rect">
            <a:avLst/>
          </a:prstGeom>
        </p:spPr>
        <p:txBody>
          <a:bodyPr wrap="none">
            <a:spAutoFit/>
          </a:bodyPr>
          <a:lstStyle/>
          <a:p>
            <a:pPr algn="ctr">
              <a:lnSpc>
                <a:spcPct val="107000"/>
              </a:lnSpc>
            </a:pPr>
            <a:r>
              <a:rPr lang="es-DO" sz="1700" b="1" dirty="0">
                <a:solidFill>
                  <a:srgbClr val="C00000"/>
                </a:solidFill>
                <a:latin typeface="Arial" panose="020B0604020202020204" pitchFamily="34" charset="0"/>
                <a:ea typeface="Calibri" panose="020F0502020204030204" pitchFamily="34" charset="0"/>
                <a:cs typeface="Times New Roman" panose="02020603050405020304" pitchFamily="18" charset="0"/>
              </a:rPr>
              <a:t>76</a:t>
            </a:r>
            <a:endParaRPr lang="es-DO" sz="1700" b="1" dirty="0">
              <a:solidFill>
                <a:srgbClr val="C00000"/>
              </a:solidFill>
              <a:ea typeface="Calibri" panose="020F0502020204030204" pitchFamily="34" charset="0"/>
              <a:cs typeface="Times New Roman" panose="02020603050405020304" pitchFamily="18" charset="0"/>
            </a:endParaRPr>
          </a:p>
        </p:txBody>
      </p:sp>
      <p:sp>
        <p:nvSpPr>
          <p:cNvPr id="35" name="Rectángulo 34"/>
          <p:cNvSpPr/>
          <p:nvPr/>
        </p:nvSpPr>
        <p:spPr>
          <a:xfrm>
            <a:off x="3692428" y="2886925"/>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63</a:t>
            </a:r>
            <a:endParaRPr lang="es-DO" sz="1700" dirty="0">
              <a:solidFill>
                <a:prstClr val="black"/>
              </a:solidFill>
              <a:ea typeface="Calibri" panose="020F0502020204030204" pitchFamily="34" charset="0"/>
              <a:cs typeface="Times New Roman" panose="02020603050405020304" pitchFamily="18" charset="0"/>
            </a:endParaRPr>
          </a:p>
        </p:txBody>
      </p:sp>
      <p:sp>
        <p:nvSpPr>
          <p:cNvPr id="36" name="Rectángulo 35"/>
          <p:cNvSpPr/>
          <p:nvPr/>
        </p:nvSpPr>
        <p:spPr>
          <a:xfrm>
            <a:off x="4349252" y="2874046"/>
            <a:ext cx="428323" cy="372281"/>
          </a:xfrm>
          <a:prstGeom prst="rect">
            <a:avLst/>
          </a:prstGeom>
        </p:spPr>
        <p:txBody>
          <a:bodyPr wrap="none">
            <a:spAutoFit/>
          </a:bodyPr>
          <a:lstStyle/>
          <a:p>
            <a:pPr algn="ctr">
              <a:lnSpc>
                <a:spcPct val="107000"/>
              </a:lnSpc>
            </a:pPr>
            <a:r>
              <a:rPr lang="es-DO" sz="1700" b="1" dirty="0">
                <a:solidFill>
                  <a:srgbClr val="C00000"/>
                </a:solidFill>
                <a:latin typeface="Arial" panose="020B0604020202020204" pitchFamily="34" charset="0"/>
                <a:ea typeface="Calibri" panose="020F0502020204030204" pitchFamily="34" charset="0"/>
                <a:cs typeface="Times New Roman" panose="02020603050405020304" pitchFamily="18" charset="0"/>
              </a:rPr>
              <a:t>70</a:t>
            </a:r>
            <a:endParaRPr lang="es-DO" sz="1700" b="1" dirty="0">
              <a:solidFill>
                <a:srgbClr val="C00000"/>
              </a:solidFill>
              <a:ea typeface="Calibri" panose="020F0502020204030204" pitchFamily="34" charset="0"/>
              <a:cs typeface="Times New Roman" panose="02020603050405020304" pitchFamily="18" charset="0"/>
            </a:endParaRPr>
          </a:p>
        </p:txBody>
      </p:sp>
      <p:sp>
        <p:nvSpPr>
          <p:cNvPr id="37" name="Rectángulo 36"/>
          <p:cNvSpPr/>
          <p:nvPr/>
        </p:nvSpPr>
        <p:spPr>
          <a:xfrm>
            <a:off x="9243231" y="2886925"/>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75</a:t>
            </a:r>
            <a:endParaRPr lang="es-DO" sz="1700" dirty="0">
              <a:solidFill>
                <a:prstClr val="black"/>
              </a:solidFill>
              <a:ea typeface="Calibri" panose="020F0502020204030204" pitchFamily="34" charset="0"/>
              <a:cs typeface="Times New Roman" panose="02020603050405020304" pitchFamily="18" charset="0"/>
            </a:endParaRPr>
          </a:p>
        </p:txBody>
      </p:sp>
      <p:sp>
        <p:nvSpPr>
          <p:cNvPr id="38" name="Rectángulo 37"/>
          <p:cNvSpPr/>
          <p:nvPr/>
        </p:nvSpPr>
        <p:spPr>
          <a:xfrm>
            <a:off x="2945451" y="6196795"/>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71</a:t>
            </a:r>
            <a:endParaRPr lang="es-DO" sz="1700" dirty="0">
              <a:solidFill>
                <a:prstClr val="black"/>
              </a:solidFill>
              <a:ea typeface="Calibri" panose="020F0502020204030204" pitchFamily="34" charset="0"/>
              <a:cs typeface="Times New Roman" panose="02020603050405020304" pitchFamily="18" charset="0"/>
            </a:endParaRPr>
          </a:p>
        </p:txBody>
      </p:sp>
      <p:sp>
        <p:nvSpPr>
          <p:cNvPr id="39" name="Rectángulo 38"/>
          <p:cNvSpPr/>
          <p:nvPr/>
        </p:nvSpPr>
        <p:spPr>
          <a:xfrm>
            <a:off x="7362914" y="6183919"/>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75</a:t>
            </a:r>
            <a:endParaRPr lang="es-DO" sz="1700" dirty="0">
              <a:solidFill>
                <a:prstClr val="black"/>
              </a:solidFill>
              <a:ea typeface="Calibri" panose="020F0502020204030204" pitchFamily="34" charset="0"/>
              <a:cs typeface="Times New Roman" panose="02020603050405020304" pitchFamily="18" charset="0"/>
            </a:endParaRPr>
          </a:p>
        </p:txBody>
      </p:sp>
      <p:sp>
        <p:nvSpPr>
          <p:cNvPr id="40" name="Rectángulo 39"/>
          <p:cNvSpPr/>
          <p:nvPr/>
        </p:nvSpPr>
        <p:spPr>
          <a:xfrm>
            <a:off x="5096229" y="2886922"/>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74</a:t>
            </a:r>
            <a:endParaRPr lang="es-DO" sz="1700" dirty="0">
              <a:solidFill>
                <a:prstClr val="black"/>
              </a:solidFill>
              <a:ea typeface="Calibri" panose="020F0502020204030204" pitchFamily="34" charset="0"/>
              <a:cs typeface="Times New Roman" panose="02020603050405020304" pitchFamily="18" charset="0"/>
            </a:endParaRPr>
          </a:p>
        </p:txBody>
      </p:sp>
      <p:sp>
        <p:nvSpPr>
          <p:cNvPr id="41" name="Rectángulo 40"/>
          <p:cNvSpPr/>
          <p:nvPr/>
        </p:nvSpPr>
        <p:spPr>
          <a:xfrm>
            <a:off x="10634156" y="2886925"/>
            <a:ext cx="428323"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59</a:t>
            </a:r>
            <a:endParaRPr lang="es-DO" sz="1700" dirty="0">
              <a:solidFill>
                <a:prstClr val="black"/>
              </a:solidFill>
              <a:ea typeface="Calibri" panose="020F0502020204030204" pitchFamily="34" charset="0"/>
              <a:cs typeface="Times New Roman" panose="02020603050405020304" pitchFamily="18" charset="0"/>
            </a:endParaRPr>
          </a:p>
        </p:txBody>
      </p:sp>
      <p:sp>
        <p:nvSpPr>
          <p:cNvPr id="42" name="Rectángulo 41"/>
          <p:cNvSpPr/>
          <p:nvPr/>
        </p:nvSpPr>
        <p:spPr>
          <a:xfrm>
            <a:off x="11239465" y="2874046"/>
            <a:ext cx="428322" cy="372281"/>
          </a:xfrm>
          <a:prstGeom prst="rect">
            <a:avLst/>
          </a:prstGeom>
        </p:spPr>
        <p:txBody>
          <a:bodyPr wrap="none">
            <a:spAutoFit/>
          </a:bodyPr>
          <a:lstStyle/>
          <a:p>
            <a:pPr algn="ctr">
              <a:lnSpc>
                <a:spcPct val="107000"/>
              </a:lnSpc>
            </a:pPr>
            <a:r>
              <a:rPr lang="es-DO" sz="1700" b="1" dirty="0">
                <a:solidFill>
                  <a:srgbClr val="C00000"/>
                </a:solidFill>
                <a:latin typeface="Arial" panose="020B0604020202020204" pitchFamily="34" charset="0"/>
                <a:ea typeface="Calibri" panose="020F0502020204030204" pitchFamily="34" charset="0"/>
                <a:cs typeface="Times New Roman" panose="02020603050405020304" pitchFamily="18" charset="0"/>
              </a:rPr>
              <a:t>74</a:t>
            </a:r>
            <a:endParaRPr lang="es-DO" sz="1700" b="1" dirty="0">
              <a:solidFill>
                <a:srgbClr val="C00000"/>
              </a:solidFill>
              <a:ea typeface="Calibri" panose="020F0502020204030204" pitchFamily="34" charset="0"/>
              <a:cs typeface="Times New Roman" panose="02020603050405020304" pitchFamily="18" charset="0"/>
            </a:endParaRPr>
          </a:p>
        </p:txBody>
      </p:sp>
      <p:sp>
        <p:nvSpPr>
          <p:cNvPr id="43" name="Rectángulo 42"/>
          <p:cNvSpPr/>
          <p:nvPr/>
        </p:nvSpPr>
        <p:spPr>
          <a:xfrm>
            <a:off x="4065913" y="6183918"/>
            <a:ext cx="428323" cy="372281"/>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72</a:t>
            </a:r>
            <a:endParaRPr lang="es-DO" sz="1700" dirty="0">
              <a:solidFill>
                <a:prstClr val="black"/>
              </a:solidFill>
              <a:ea typeface="Calibri" panose="020F0502020204030204" pitchFamily="34" charset="0"/>
              <a:cs typeface="Times New Roman" panose="02020603050405020304" pitchFamily="18" charset="0"/>
            </a:endParaRPr>
          </a:p>
        </p:txBody>
      </p:sp>
      <p:sp>
        <p:nvSpPr>
          <p:cNvPr id="44" name="Rectángulo 43"/>
          <p:cNvSpPr/>
          <p:nvPr/>
        </p:nvSpPr>
        <p:spPr>
          <a:xfrm>
            <a:off x="8470497" y="6183918"/>
            <a:ext cx="428323" cy="358240"/>
          </a:xfrm>
          <a:prstGeom prst="rect">
            <a:avLst/>
          </a:prstGeom>
        </p:spPr>
        <p:txBody>
          <a:bodyPr wrap="none">
            <a:spAutoFit/>
          </a:bodyPr>
          <a:lstStyle/>
          <a:p>
            <a:pPr algn="ctr">
              <a:lnSpc>
                <a:spcPct val="107000"/>
              </a:lnSpc>
            </a:pPr>
            <a:r>
              <a:rPr lang="es-DO" sz="1700" dirty="0">
                <a:solidFill>
                  <a:prstClr val="black"/>
                </a:solidFill>
                <a:latin typeface="Arial" panose="020B0604020202020204" pitchFamily="34" charset="0"/>
                <a:ea typeface="Calibri" panose="020F0502020204030204" pitchFamily="34" charset="0"/>
                <a:cs typeface="Times New Roman" panose="02020603050405020304" pitchFamily="18" charset="0"/>
              </a:rPr>
              <a:t>78</a:t>
            </a:r>
            <a:endParaRPr lang="es-DO" sz="1700" dirty="0">
              <a:solidFill>
                <a:prstClr val="black"/>
              </a:solidFill>
              <a:ea typeface="Calibri" panose="020F0502020204030204" pitchFamily="34" charset="0"/>
              <a:cs typeface="Times New Roman" panose="02020603050405020304" pitchFamily="18" charset="0"/>
            </a:endParaRPr>
          </a:p>
        </p:txBody>
      </p:sp>
      <p:sp>
        <p:nvSpPr>
          <p:cNvPr id="46" name="Rectángulo 45"/>
          <p:cNvSpPr/>
          <p:nvPr/>
        </p:nvSpPr>
        <p:spPr>
          <a:xfrm>
            <a:off x="11251878" y="2885766"/>
            <a:ext cx="428323" cy="372281"/>
          </a:xfrm>
          <a:prstGeom prst="rect">
            <a:avLst/>
          </a:prstGeom>
        </p:spPr>
        <p:txBody>
          <a:bodyPr wrap="none">
            <a:spAutoFit/>
          </a:bodyPr>
          <a:lstStyle/>
          <a:p>
            <a:pPr algn="ctr">
              <a:lnSpc>
                <a:spcPct val="107000"/>
              </a:lnSpc>
            </a:pPr>
            <a:r>
              <a:rPr lang="es-DO" sz="1700" b="1" dirty="0">
                <a:solidFill>
                  <a:srgbClr val="C00000"/>
                </a:solidFill>
                <a:latin typeface="Arial" panose="020B0604020202020204" pitchFamily="34" charset="0"/>
                <a:ea typeface="Calibri" panose="020F0502020204030204" pitchFamily="34" charset="0"/>
                <a:cs typeface="Times New Roman" panose="02020603050405020304" pitchFamily="18" charset="0"/>
              </a:rPr>
              <a:t>55</a:t>
            </a:r>
            <a:endParaRPr lang="es-DO" sz="1700" b="1" dirty="0">
              <a:solidFill>
                <a:srgbClr val="C00000"/>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32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1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5"/>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2"/>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8"/>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29"/>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0"/>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3"/>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3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35"/>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36"/>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37"/>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38"/>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39"/>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40"/>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41"/>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46"/>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43"/>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0" nodeType="clickEffect">
                                  <p:stCondLst>
                                    <p:cond delay="0"/>
                                  </p:stCondLst>
                                  <p:childTnLst>
                                    <p:set>
                                      <p:cBhvr>
                                        <p:cTn id="164" dur="1" fill="hold">
                                          <p:stCondLst>
                                            <p:cond delay="0"/>
                                          </p:stCondLst>
                                        </p:cTn>
                                        <p:tgtEl>
                                          <p:spTgt spid="44"/>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xit" presetSubtype="0" fill="hold" grpId="1" nodeType="clickEffect">
                                  <p:stCondLst>
                                    <p:cond delay="0"/>
                                  </p:stCondLst>
                                  <p:childTnLst>
                                    <p:set>
                                      <p:cBhvr>
                                        <p:cTn id="168" dur="1" fill="hold">
                                          <p:stCondLst>
                                            <p:cond delay="0"/>
                                          </p:stCondLst>
                                        </p:cTn>
                                        <p:tgtEl>
                                          <p:spTgt spid="46"/>
                                        </p:tgtEl>
                                        <p:attrNameLst>
                                          <p:attrName>style.visibility</p:attrName>
                                        </p:attrNameLst>
                                      </p:cBhvr>
                                      <p:to>
                                        <p:strVal val="hidden"/>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grpId="0" nodeType="clickEffect">
                                  <p:stCondLst>
                                    <p:cond delay="0"/>
                                  </p:stCondLst>
                                  <p:childTnLst>
                                    <p:set>
                                      <p:cBhvr>
                                        <p:cTn id="17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8" grpId="0"/>
      <p:bldP spid="29" grpId="0"/>
      <p:bldP spid="30" grpId="0"/>
      <p:bldP spid="31" grpId="0"/>
      <p:bldP spid="32" grpId="0"/>
      <p:bldP spid="33" grpId="0"/>
      <p:bldP spid="34" grpId="0"/>
      <p:bldP spid="35" grpId="0"/>
      <p:bldP spid="36" grpId="0"/>
      <p:bldP spid="37" grpId="0"/>
      <p:bldP spid="38" grpId="0"/>
      <p:bldP spid="39" grpId="0"/>
      <p:bldP spid="40" grpId="0"/>
      <p:bldP spid="41" grpId="0"/>
      <p:bldP spid="42" grpId="0"/>
      <p:bldP spid="43" grpId="0"/>
      <p:bldP spid="44" grpId="0"/>
      <p:bldP spid="46" grpId="0"/>
      <p:bldP spid="46"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 xmlns:a16="http://schemas.microsoft.com/office/drawing/2014/main" id="{36376470-EBAA-F7C6-C33F-0462B9562C0E}"/>
              </a:ext>
            </a:extLst>
          </p:cNvPr>
          <p:cNvSpPr txBox="1"/>
          <p:nvPr/>
        </p:nvSpPr>
        <p:spPr>
          <a:xfrm>
            <a:off x="262298" y="456987"/>
            <a:ext cx="1537525" cy="1754326"/>
          </a:xfrm>
          <a:prstGeom prst="rect">
            <a:avLst/>
          </a:prstGeom>
          <a:noFill/>
        </p:spPr>
        <p:txBody>
          <a:bodyPr wrap="square">
            <a:spAutoFit/>
          </a:bodyPr>
          <a:lstStyle/>
          <a:p>
            <a:r>
              <a:rPr lang="es-ES" b="1" dirty="0">
                <a:solidFill>
                  <a:prstClr val="black"/>
                </a:solidFill>
              </a:rPr>
              <a:t>¿Cómo promediar las calificaciones de las competencias específicas?</a:t>
            </a:r>
          </a:p>
        </p:txBody>
      </p:sp>
      <mc:AlternateContent xmlns:mc="http://schemas.openxmlformats.org/markup-compatibility/2006" xmlns:a14="http://schemas.microsoft.com/office/drawing/2010/main">
        <mc:Choice Requires="a14">
          <p:sp>
            <p:nvSpPr>
              <p:cNvPr id="7" name="CuadroTexto 6">
                <a:extLst>
                  <a:ext uri="{FF2B5EF4-FFF2-40B4-BE49-F238E27FC236}">
                    <a16:creationId xmlns="" xmlns:a16="http://schemas.microsoft.com/office/drawing/2014/main" id="{D74FD4B8-9D19-596A-0C24-F92923A56F64}"/>
                  </a:ext>
                </a:extLst>
              </p:cNvPr>
              <p:cNvSpPr txBox="1"/>
              <p:nvPr/>
            </p:nvSpPr>
            <p:spPr>
              <a:xfrm>
                <a:off x="1043192" y="4148169"/>
                <a:ext cx="2985467" cy="5820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i="1">
                          <a:solidFill>
                            <a:prstClr val="black"/>
                          </a:solidFill>
                          <a:latin typeface="Cambria Math" panose="02040503050406030204" pitchFamily="18" charset="0"/>
                        </a:rPr>
                        <m:t>𝑷𝑪</m:t>
                      </m:r>
                      <m:r>
                        <a:rPr lang="es-ES" sz="1700" b="1">
                          <a:solidFill>
                            <a:prstClr val="black"/>
                          </a:solidFill>
                          <a:latin typeface="Cambria Math" panose="02040503050406030204" pitchFamily="18" charset="0"/>
                        </a:rPr>
                        <m:t>𝟏</m:t>
                      </m:r>
                      <m:r>
                        <a:rPr lang="es-ES" sz="1700" b="1">
                          <a:solidFill>
                            <a:prstClr val="black"/>
                          </a:solidFill>
                          <a:latin typeface="Cambria Math" panose="02040503050406030204" pitchFamily="18" charset="0"/>
                        </a:rPr>
                        <m:t>=</m:t>
                      </m:r>
                      <m:f>
                        <m:fPr>
                          <m:ctrlPr>
                            <a:rPr lang="es-ES" sz="1700" b="1" i="1">
                              <a:solidFill>
                                <a:srgbClr val="836967"/>
                              </a:solidFill>
                              <a:latin typeface="Cambria Math" panose="02040503050406030204" pitchFamily="18" charset="0"/>
                            </a:rPr>
                          </m:ctrlPr>
                        </m:fPr>
                        <m:num>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𝟏</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𝟐</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𝟑</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𝟒</m:t>
                          </m:r>
                        </m:num>
                        <m:den>
                          <m:r>
                            <a:rPr lang="es-ES" sz="1700" b="1">
                              <a:solidFill>
                                <a:prstClr val="black"/>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7" name="CuadroTexto 6">
                <a:extLst>
                  <a:ext uri="{FF2B5EF4-FFF2-40B4-BE49-F238E27FC236}">
                    <a16:creationId xmlns:a16="http://schemas.microsoft.com/office/drawing/2014/main" xmlns="" xmlns:a14="http://schemas.microsoft.com/office/drawing/2010/main" id="{D74FD4B8-9D19-596A-0C24-F92923A56F64}"/>
                  </a:ext>
                </a:extLst>
              </p:cNvPr>
              <p:cNvSpPr txBox="1">
                <a:spLocks noRot="1" noChangeAspect="1" noMove="1" noResize="1" noEditPoints="1" noAdjustHandles="1" noChangeArrowheads="1" noChangeShapeType="1" noTextEdit="1"/>
              </p:cNvSpPr>
              <p:nvPr/>
            </p:nvSpPr>
            <p:spPr>
              <a:xfrm>
                <a:off x="1043192" y="4148169"/>
                <a:ext cx="2985467" cy="582082"/>
              </a:xfrm>
              <a:prstGeom prst="rect">
                <a:avLst/>
              </a:prstGeom>
              <a:blipFill rotWithShape="0">
                <a:blip r:embed="rId2"/>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 xmlns:a16="http://schemas.microsoft.com/office/drawing/2014/main" id="{80ED8462-E03C-6F65-9E08-2A20E120E4A9}"/>
                  </a:ext>
                </a:extLst>
              </p:cNvPr>
              <p:cNvSpPr txBox="1"/>
              <p:nvPr/>
            </p:nvSpPr>
            <p:spPr>
              <a:xfrm>
                <a:off x="3689326" y="4148169"/>
                <a:ext cx="2411896" cy="5820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ES" sz="1700" b="1">
                              <a:solidFill>
                                <a:prstClr val="black">
                                  <a:lumMod val="95000"/>
                                  <a:lumOff val="5000"/>
                                </a:prstClr>
                              </a:solidFill>
                              <a:latin typeface="Cambria Math" panose="02040503050406030204" pitchFamily="18" charset="0"/>
                            </a:rPr>
                            <m:t>𝟖</m:t>
                          </m:r>
                          <m:r>
                            <a:rPr lang="es-DO" sz="1700" b="1">
                              <a:solidFill>
                                <a:prstClr val="black">
                                  <a:lumMod val="95000"/>
                                  <a:lumOff val="5000"/>
                                </a:prstClr>
                              </a:solidFill>
                              <a:latin typeface="Cambria Math" panose="02040503050406030204" pitchFamily="18" charset="0"/>
                            </a:rPr>
                            <m:t>𝟓</m:t>
                          </m:r>
                          <m:r>
                            <a:rPr lang="es-ES" sz="1700" b="1">
                              <a:solidFill>
                                <a:prstClr val="black">
                                  <a:lumMod val="95000"/>
                                  <a:lumOff val="5000"/>
                                </a:prstClr>
                              </a:solidFill>
                              <a:latin typeface="Cambria Math" panose="02040503050406030204" pitchFamily="18" charset="0"/>
                            </a:rPr>
                            <m:t>+</m:t>
                          </m:r>
                          <m:r>
                            <a:rPr lang="es-ES" sz="1700" b="1">
                              <a:solidFill>
                                <a:prstClr val="black">
                                  <a:lumMod val="95000"/>
                                  <a:lumOff val="5000"/>
                                </a:prstClr>
                              </a:solidFill>
                              <a:latin typeface="Cambria Math" panose="02040503050406030204" pitchFamily="18" charset="0"/>
                            </a:rPr>
                            <m:t>𝟖𝟕</m:t>
                          </m:r>
                          <m:r>
                            <a:rPr lang="es-ES" sz="1700" b="1">
                              <a:solidFill>
                                <a:prstClr val="black">
                                  <a:lumMod val="95000"/>
                                  <a:lumOff val="5000"/>
                                </a:prstClr>
                              </a:solidFill>
                              <a:latin typeface="Cambria Math" panose="02040503050406030204" pitchFamily="18" charset="0"/>
                            </a:rPr>
                            <m:t>+</m:t>
                          </m:r>
                          <m:r>
                            <a:rPr lang="es-ES" sz="1700" b="1">
                              <a:solidFill>
                                <a:prstClr val="black">
                                  <a:lumMod val="95000"/>
                                  <a:lumOff val="5000"/>
                                </a:prstClr>
                              </a:solidFill>
                              <a:latin typeface="Cambria Math" panose="02040503050406030204" pitchFamily="18" charset="0"/>
                            </a:rPr>
                            <m:t>𝟖𝟔</m:t>
                          </m:r>
                          <m:r>
                            <a:rPr lang="es-ES" sz="1700" b="1">
                              <a:solidFill>
                                <a:prstClr val="black">
                                  <a:lumMod val="95000"/>
                                  <a:lumOff val="5000"/>
                                </a:prstClr>
                              </a:solidFill>
                              <a:latin typeface="Cambria Math" panose="02040503050406030204" pitchFamily="18" charset="0"/>
                            </a:rPr>
                            <m:t>+</m:t>
                          </m:r>
                          <m:r>
                            <a:rPr lang="es-ES" sz="1700" b="1" i="1">
                              <a:solidFill>
                                <a:prstClr val="black">
                                  <a:lumMod val="95000"/>
                                  <a:lumOff val="5000"/>
                                </a:prstClr>
                              </a:solidFill>
                              <a:latin typeface="Cambria Math" panose="02040503050406030204" pitchFamily="18" charset="0"/>
                            </a:rPr>
                            <m:t>𝟖</m:t>
                          </m:r>
                          <m:r>
                            <a:rPr lang="es-DO" sz="1700" b="1" i="1">
                              <a:solidFill>
                                <a:prstClr val="black">
                                  <a:lumMod val="95000"/>
                                  <a:lumOff val="5000"/>
                                </a:prstClr>
                              </a:solidFill>
                              <a:latin typeface="Cambria Math" panose="02040503050406030204" pitchFamily="18" charset="0"/>
                            </a:rPr>
                            <m:t>𝟗</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9" name="CuadroTexto 8">
                <a:extLst>
                  <a:ext uri="{FF2B5EF4-FFF2-40B4-BE49-F238E27FC236}">
                    <a16:creationId xmlns:a16="http://schemas.microsoft.com/office/drawing/2014/main" xmlns="" xmlns:a14="http://schemas.microsoft.com/office/drawing/2010/main" id="{80ED8462-E03C-6F65-9E08-2A20E120E4A9}"/>
                  </a:ext>
                </a:extLst>
              </p:cNvPr>
              <p:cNvSpPr txBox="1">
                <a:spLocks noRot="1" noChangeAspect="1" noMove="1" noResize="1" noEditPoints="1" noAdjustHandles="1" noChangeArrowheads="1" noChangeShapeType="1" noTextEdit="1"/>
              </p:cNvSpPr>
              <p:nvPr/>
            </p:nvSpPr>
            <p:spPr>
              <a:xfrm>
                <a:off x="3689326" y="4148169"/>
                <a:ext cx="2411896" cy="582082"/>
              </a:xfrm>
              <a:prstGeom prst="rect">
                <a:avLst/>
              </a:prstGeom>
              <a:blipFill rotWithShape="0">
                <a:blip r:embed="rId3"/>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 xmlns:a16="http://schemas.microsoft.com/office/drawing/2014/main" id="{33C199E7-9D83-0819-2BDB-2833B96AF13F}"/>
                  </a:ext>
                </a:extLst>
              </p:cNvPr>
              <p:cNvSpPr txBox="1"/>
              <p:nvPr/>
            </p:nvSpPr>
            <p:spPr>
              <a:xfrm>
                <a:off x="5788027" y="4171716"/>
                <a:ext cx="874641" cy="582082"/>
              </a:xfrm>
              <a:prstGeom prst="rect">
                <a:avLst/>
              </a:prstGeom>
              <a:noFill/>
            </p:spPr>
            <p:txBody>
              <a:bodyPr wrap="square">
                <a:spAutoFit/>
              </a:bodyPr>
              <a:lstStyle/>
              <a:p>
                <a:pPr>
                  <a:defRPr/>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ES" sz="1700" b="1" i="1">
                              <a:solidFill>
                                <a:prstClr val="black">
                                  <a:lumMod val="95000"/>
                                  <a:lumOff val="5000"/>
                                </a:prstClr>
                              </a:solidFill>
                              <a:latin typeface="Cambria Math" panose="02040503050406030204" pitchFamily="18" charset="0"/>
                            </a:rPr>
                            <m:t>𝟑</m:t>
                          </m:r>
                          <m:r>
                            <a:rPr lang="es-DO" sz="1700" b="1" i="1">
                              <a:solidFill>
                                <a:prstClr val="black">
                                  <a:lumMod val="95000"/>
                                  <a:lumOff val="5000"/>
                                </a:prstClr>
                              </a:solidFill>
                              <a:latin typeface="Cambria Math" panose="02040503050406030204" pitchFamily="18" charset="0"/>
                            </a:rPr>
                            <m:t>𝟒𝟕</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11" name="CuadroTexto 10">
                <a:extLst>
                  <a:ext uri="{FF2B5EF4-FFF2-40B4-BE49-F238E27FC236}">
                    <a16:creationId xmlns:a16="http://schemas.microsoft.com/office/drawing/2014/main" xmlns="" xmlns:a14="http://schemas.microsoft.com/office/drawing/2010/main" id="{33C199E7-9D83-0819-2BDB-2833B96AF13F}"/>
                  </a:ext>
                </a:extLst>
              </p:cNvPr>
              <p:cNvSpPr txBox="1">
                <a:spLocks noRot="1" noChangeAspect="1" noMove="1" noResize="1" noEditPoints="1" noAdjustHandles="1" noChangeArrowheads="1" noChangeShapeType="1" noTextEdit="1"/>
              </p:cNvSpPr>
              <p:nvPr/>
            </p:nvSpPr>
            <p:spPr>
              <a:xfrm>
                <a:off x="5788027" y="4171716"/>
                <a:ext cx="874641" cy="582082"/>
              </a:xfrm>
              <a:prstGeom prst="rect">
                <a:avLst/>
              </a:prstGeom>
              <a:blipFill rotWithShape="0">
                <a:blip r:embed="rId4"/>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 xmlns:a16="http://schemas.microsoft.com/office/drawing/2014/main" id="{692135DC-3CED-DF70-7E57-B67B6C36D080}"/>
                  </a:ext>
                </a:extLst>
              </p:cNvPr>
              <p:cNvSpPr txBox="1"/>
              <p:nvPr/>
            </p:nvSpPr>
            <p:spPr>
              <a:xfrm>
                <a:off x="6452502" y="4279640"/>
                <a:ext cx="813558" cy="3539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r>
                        <a:rPr lang="es-ES" sz="1700" b="1">
                          <a:solidFill>
                            <a:prstClr val="black"/>
                          </a:solidFill>
                          <a:latin typeface="Cambria Math" panose="02040503050406030204" pitchFamily="18" charset="0"/>
                        </a:rPr>
                        <m:t>𝟖𝟔</m:t>
                      </m:r>
                      <m:r>
                        <a:rPr lang="es-DO" sz="1700" b="1">
                          <a:solidFill>
                            <a:prstClr val="black"/>
                          </a:solidFill>
                          <a:latin typeface="Cambria Math" panose="02040503050406030204" pitchFamily="18" charset="0"/>
                        </a:rPr>
                        <m:t>.</m:t>
                      </m:r>
                      <m:r>
                        <a:rPr lang="es-DO" sz="1700" b="1">
                          <a:solidFill>
                            <a:prstClr val="black"/>
                          </a:solidFill>
                          <a:latin typeface="Cambria Math" panose="02040503050406030204" pitchFamily="18" charset="0"/>
                        </a:rPr>
                        <m:t>𝟕</m:t>
                      </m:r>
                    </m:oMath>
                  </m:oMathPara>
                </a14:m>
                <a:endParaRPr lang="es-ES" sz="1700" dirty="0">
                  <a:solidFill>
                    <a:prstClr val="black"/>
                  </a:solidFill>
                </a:endParaRPr>
              </a:p>
            </p:txBody>
          </p:sp>
        </mc:Choice>
        <mc:Fallback xmlns="">
          <p:sp>
            <p:nvSpPr>
              <p:cNvPr id="13" name="CuadroTexto 12">
                <a:extLst>
                  <a:ext uri="{FF2B5EF4-FFF2-40B4-BE49-F238E27FC236}">
                    <a16:creationId xmlns:a16="http://schemas.microsoft.com/office/drawing/2014/main" xmlns="" xmlns:a14="http://schemas.microsoft.com/office/drawing/2010/main" id="{692135DC-3CED-DF70-7E57-B67B6C36D080}"/>
                  </a:ext>
                </a:extLst>
              </p:cNvPr>
              <p:cNvSpPr txBox="1">
                <a:spLocks noRot="1" noChangeAspect="1" noMove="1" noResize="1" noEditPoints="1" noAdjustHandles="1" noChangeArrowheads="1" noChangeShapeType="1" noTextEdit="1"/>
              </p:cNvSpPr>
              <p:nvPr/>
            </p:nvSpPr>
            <p:spPr>
              <a:xfrm>
                <a:off x="6452502" y="4279640"/>
                <a:ext cx="813558" cy="353943"/>
              </a:xfrm>
              <a:prstGeom prst="rect">
                <a:avLst/>
              </a:prstGeom>
              <a:blipFill rotWithShape="0">
                <a:blip r:embed="rId5"/>
                <a:stretch>
                  <a:fillRect r="-5224"/>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 xmlns:a16="http://schemas.microsoft.com/office/drawing/2014/main" id="{FF69E9FF-1959-9F0E-6489-783D213367FB}"/>
                  </a:ext>
                </a:extLst>
              </p:cNvPr>
              <p:cNvSpPr txBox="1"/>
              <p:nvPr/>
            </p:nvSpPr>
            <p:spPr>
              <a:xfrm>
                <a:off x="1043192" y="4747772"/>
                <a:ext cx="2985467" cy="5820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i="1">
                          <a:solidFill>
                            <a:prstClr val="black"/>
                          </a:solidFill>
                          <a:latin typeface="Cambria Math" panose="02040503050406030204" pitchFamily="18" charset="0"/>
                        </a:rPr>
                        <m:t>𝑷𝑪</m:t>
                      </m:r>
                      <m:r>
                        <a:rPr lang="es-ES" sz="1700" b="1">
                          <a:solidFill>
                            <a:prstClr val="black"/>
                          </a:solidFill>
                          <a:latin typeface="Cambria Math" panose="02040503050406030204" pitchFamily="18" charset="0"/>
                        </a:rPr>
                        <m:t>𝟐</m:t>
                      </m:r>
                      <m:r>
                        <a:rPr lang="es-ES" sz="1700" b="1">
                          <a:solidFill>
                            <a:prstClr val="black"/>
                          </a:solidFill>
                          <a:latin typeface="Cambria Math" panose="02040503050406030204" pitchFamily="18" charset="0"/>
                        </a:rPr>
                        <m:t>=</m:t>
                      </m:r>
                      <m:f>
                        <m:fPr>
                          <m:ctrlPr>
                            <a:rPr lang="es-ES" sz="1700" b="1" i="1">
                              <a:solidFill>
                                <a:srgbClr val="836967"/>
                              </a:solidFill>
                              <a:latin typeface="Cambria Math" panose="02040503050406030204" pitchFamily="18" charset="0"/>
                            </a:rPr>
                          </m:ctrlPr>
                        </m:fPr>
                        <m:num>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𝟏</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𝟐</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𝟑</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𝟒</m:t>
                          </m:r>
                        </m:num>
                        <m:den>
                          <m:r>
                            <a:rPr lang="es-ES" sz="1700" b="1">
                              <a:solidFill>
                                <a:prstClr val="black"/>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14" name="CuadroTexto 13">
                <a:extLst>
                  <a:ext uri="{FF2B5EF4-FFF2-40B4-BE49-F238E27FC236}">
                    <a16:creationId xmlns:a16="http://schemas.microsoft.com/office/drawing/2014/main" xmlns="" xmlns:a14="http://schemas.microsoft.com/office/drawing/2010/main" id="{FF69E9FF-1959-9F0E-6489-783D213367FB}"/>
                  </a:ext>
                </a:extLst>
              </p:cNvPr>
              <p:cNvSpPr txBox="1">
                <a:spLocks noRot="1" noChangeAspect="1" noMove="1" noResize="1" noEditPoints="1" noAdjustHandles="1" noChangeArrowheads="1" noChangeShapeType="1" noTextEdit="1"/>
              </p:cNvSpPr>
              <p:nvPr/>
            </p:nvSpPr>
            <p:spPr>
              <a:xfrm>
                <a:off x="1043192" y="4747772"/>
                <a:ext cx="2985467" cy="582082"/>
              </a:xfrm>
              <a:prstGeom prst="rect">
                <a:avLst/>
              </a:prstGeom>
              <a:blipFill rotWithShape="0">
                <a:blip r:embed="rId6"/>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 xmlns:a16="http://schemas.microsoft.com/office/drawing/2014/main" id="{5B57028E-93AD-8A61-BD30-A585008EF069}"/>
                  </a:ext>
                </a:extLst>
              </p:cNvPr>
              <p:cNvSpPr txBox="1"/>
              <p:nvPr/>
            </p:nvSpPr>
            <p:spPr>
              <a:xfrm>
                <a:off x="3676826" y="4731138"/>
                <a:ext cx="2411896" cy="58740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ES" sz="1700" b="1">
                              <a:solidFill>
                                <a:prstClr val="black">
                                  <a:lumMod val="95000"/>
                                  <a:lumOff val="5000"/>
                                </a:prstClr>
                              </a:solidFill>
                              <a:latin typeface="Cambria Math" panose="02040503050406030204" pitchFamily="18" charset="0"/>
                            </a:rPr>
                            <m:t>𝟖</m:t>
                          </m:r>
                          <m:r>
                            <a:rPr lang="es-DO" sz="1700" b="1">
                              <a:solidFill>
                                <a:prstClr val="black">
                                  <a:lumMod val="95000"/>
                                  <a:lumOff val="5000"/>
                                </a:prstClr>
                              </a:solidFill>
                              <a:latin typeface="Cambria Math" panose="02040503050406030204" pitchFamily="18" charset="0"/>
                            </a:rPr>
                            <m:t>𝟖</m:t>
                          </m:r>
                          <m:r>
                            <a:rPr lang="es-ES" sz="1700" b="1">
                              <a:solidFill>
                                <a:prstClr val="black">
                                  <a:lumMod val="95000"/>
                                  <a:lumOff val="5000"/>
                                </a:prstClr>
                              </a:solidFill>
                              <a:latin typeface="Cambria Math" panose="02040503050406030204" pitchFamily="18" charset="0"/>
                            </a:rPr>
                            <m:t>+</m:t>
                          </m:r>
                          <m:r>
                            <a:rPr lang="es-ES" sz="1700" b="1">
                              <a:solidFill>
                                <a:prstClr val="black">
                                  <a:lumMod val="95000"/>
                                  <a:lumOff val="5000"/>
                                </a:prstClr>
                              </a:solidFill>
                              <a:latin typeface="Cambria Math" panose="02040503050406030204" pitchFamily="18" charset="0"/>
                            </a:rPr>
                            <m:t>𝟖𝟓</m:t>
                          </m:r>
                          <m:r>
                            <a:rPr lang="es-ES" sz="1700" b="1">
                              <a:solidFill>
                                <a:prstClr val="black">
                                  <a:lumMod val="95000"/>
                                  <a:lumOff val="5000"/>
                                </a:prstClr>
                              </a:solidFill>
                              <a:latin typeface="Cambria Math" panose="02040503050406030204" pitchFamily="18" charset="0"/>
                            </a:rPr>
                            <m:t>+</m:t>
                          </m:r>
                          <m:r>
                            <a:rPr lang="es-ES" sz="1700" b="1">
                              <a:solidFill>
                                <a:prstClr val="black">
                                  <a:lumMod val="95000"/>
                                  <a:lumOff val="5000"/>
                                </a:prstClr>
                              </a:solidFill>
                              <a:latin typeface="Cambria Math" panose="02040503050406030204" pitchFamily="18" charset="0"/>
                            </a:rPr>
                            <m:t>𝟖𝟒</m:t>
                          </m:r>
                          <m:r>
                            <a:rPr lang="es-ES" sz="1700" b="1">
                              <a:solidFill>
                                <a:prstClr val="black">
                                  <a:lumMod val="95000"/>
                                  <a:lumOff val="5000"/>
                                </a:prstClr>
                              </a:solidFill>
                              <a:latin typeface="Cambria Math" panose="02040503050406030204" pitchFamily="18" charset="0"/>
                            </a:rPr>
                            <m:t>+</m:t>
                          </m:r>
                          <m:r>
                            <a:rPr lang="es-DO" sz="1700" b="1" i="1">
                              <a:solidFill>
                                <a:prstClr val="black">
                                  <a:lumMod val="95000"/>
                                  <a:lumOff val="5000"/>
                                </a:prstClr>
                              </a:solidFill>
                              <a:latin typeface="Cambria Math" panose="02040503050406030204" pitchFamily="18" charset="0"/>
                            </a:rPr>
                            <m:t>𝟗𝟎</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15" name="CuadroTexto 14">
                <a:extLst>
                  <a:ext uri="{FF2B5EF4-FFF2-40B4-BE49-F238E27FC236}">
                    <a16:creationId xmlns:a16="http://schemas.microsoft.com/office/drawing/2014/main" xmlns="" xmlns:a14="http://schemas.microsoft.com/office/drawing/2010/main" id="{5B57028E-93AD-8A61-BD30-A585008EF069}"/>
                  </a:ext>
                </a:extLst>
              </p:cNvPr>
              <p:cNvSpPr txBox="1">
                <a:spLocks noRot="1" noChangeAspect="1" noMove="1" noResize="1" noEditPoints="1" noAdjustHandles="1" noChangeArrowheads="1" noChangeShapeType="1" noTextEdit="1"/>
              </p:cNvSpPr>
              <p:nvPr/>
            </p:nvSpPr>
            <p:spPr>
              <a:xfrm>
                <a:off x="3676826" y="4731138"/>
                <a:ext cx="2411896" cy="587405"/>
              </a:xfrm>
              <a:prstGeom prst="rect">
                <a:avLst/>
              </a:prstGeom>
              <a:blipFill rotWithShape="0">
                <a:blip r:embed="rId7"/>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 xmlns:a16="http://schemas.microsoft.com/office/drawing/2014/main" id="{B170B3DD-DBDA-50D5-00E5-611AC7B0C5FF}"/>
                  </a:ext>
                </a:extLst>
              </p:cNvPr>
              <p:cNvSpPr txBox="1"/>
              <p:nvPr/>
            </p:nvSpPr>
            <p:spPr>
              <a:xfrm>
                <a:off x="5755270" y="4749677"/>
                <a:ext cx="874641" cy="582082"/>
              </a:xfrm>
              <a:prstGeom prst="rect">
                <a:avLst/>
              </a:prstGeom>
              <a:noFill/>
            </p:spPr>
            <p:txBody>
              <a:bodyPr wrap="square">
                <a:spAutoFit/>
              </a:bodyPr>
              <a:lstStyle/>
              <a:p>
                <a:pPr>
                  <a:defRPr/>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ES" sz="1700" b="1" i="1">
                              <a:solidFill>
                                <a:prstClr val="black">
                                  <a:lumMod val="95000"/>
                                  <a:lumOff val="5000"/>
                                </a:prstClr>
                              </a:solidFill>
                              <a:latin typeface="Cambria Math" panose="02040503050406030204" pitchFamily="18" charset="0"/>
                            </a:rPr>
                            <m:t>𝟑</m:t>
                          </m:r>
                          <m:r>
                            <a:rPr lang="es-DO" sz="1700" b="1" i="1">
                              <a:solidFill>
                                <a:prstClr val="black">
                                  <a:lumMod val="95000"/>
                                  <a:lumOff val="5000"/>
                                </a:prstClr>
                              </a:solidFill>
                              <a:latin typeface="Cambria Math" panose="02040503050406030204" pitchFamily="18" charset="0"/>
                            </a:rPr>
                            <m:t>𝟒𝟕</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16" name="CuadroTexto 15">
                <a:extLst>
                  <a:ext uri="{FF2B5EF4-FFF2-40B4-BE49-F238E27FC236}">
                    <a16:creationId xmlns:a16="http://schemas.microsoft.com/office/drawing/2014/main" xmlns="" xmlns:a14="http://schemas.microsoft.com/office/drawing/2010/main" id="{B170B3DD-DBDA-50D5-00E5-611AC7B0C5FF}"/>
                  </a:ext>
                </a:extLst>
              </p:cNvPr>
              <p:cNvSpPr txBox="1">
                <a:spLocks noRot="1" noChangeAspect="1" noMove="1" noResize="1" noEditPoints="1" noAdjustHandles="1" noChangeArrowheads="1" noChangeShapeType="1" noTextEdit="1"/>
              </p:cNvSpPr>
              <p:nvPr/>
            </p:nvSpPr>
            <p:spPr>
              <a:xfrm>
                <a:off x="5755270" y="4749677"/>
                <a:ext cx="874641" cy="582082"/>
              </a:xfrm>
              <a:prstGeom prst="rect">
                <a:avLst/>
              </a:prstGeom>
              <a:blipFill rotWithShape="0">
                <a:blip r:embed="rId8"/>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 xmlns:a16="http://schemas.microsoft.com/office/drawing/2014/main" id="{0C3AB242-6E40-D3FD-1ECA-F10B19BD7621}"/>
                  </a:ext>
                </a:extLst>
              </p:cNvPr>
              <p:cNvSpPr txBox="1"/>
              <p:nvPr/>
            </p:nvSpPr>
            <p:spPr>
              <a:xfrm>
                <a:off x="6437058" y="4871655"/>
                <a:ext cx="854760" cy="3539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r>
                        <a:rPr lang="es-ES" sz="1700" b="1">
                          <a:solidFill>
                            <a:prstClr val="black"/>
                          </a:solidFill>
                          <a:latin typeface="Cambria Math" panose="02040503050406030204" pitchFamily="18" charset="0"/>
                        </a:rPr>
                        <m:t>𝟖𝟔</m:t>
                      </m:r>
                      <m:r>
                        <a:rPr lang="es-DO" sz="1700" b="1">
                          <a:solidFill>
                            <a:prstClr val="black"/>
                          </a:solidFill>
                          <a:latin typeface="Cambria Math" panose="02040503050406030204" pitchFamily="18" charset="0"/>
                        </a:rPr>
                        <m:t>.</m:t>
                      </m:r>
                      <m:r>
                        <a:rPr lang="es-DO" sz="1700" b="1">
                          <a:solidFill>
                            <a:prstClr val="black"/>
                          </a:solidFill>
                          <a:latin typeface="Cambria Math" panose="02040503050406030204" pitchFamily="18" charset="0"/>
                        </a:rPr>
                        <m:t>𝟕</m:t>
                      </m:r>
                    </m:oMath>
                  </m:oMathPara>
                </a14:m>
                <a:endParaRPr lang="es-ES" sz="1700" dirty="0">
                  <a:solidFill>
                    <a:prstClr val="black"/>
                  </a:solidFill>
                </a:endParaRPr>
              </a:p>
            </p:txBody>
          </p:sp>
        </mc:Choice>
        <mc:Fallback xmlns="">
          <p:sp>
            <p:nvSpPr>
              <p:cNvPr id="17" name="CuadroTexto 16">
                <a:extLst>
                  <a:ext uri="{FF2B5EF4-FFF2-40B4-BE49-F238E27FC236}">
                    <a16:creationId xmlns:a16="http://schemas.microsoft.com/office/drawing/2014/main" xmlns="" xmlns:a14="http://schemas.microsoft.com/office/drawing/2010/main" id="{0C3AB242-6E40-D3FD-1ECA-F10B19BD7621}"/>
                  </a:ext>
                </a:extLst>
              </p:cNvPr>
              <p:cNvSpPr txBox="1">
                <a:spLocks noRot="1" noChangeAspect="1" noMove="1" noResize="1" noEditPoints="1" noAdjustHandles="1" noChangeArrowheads="1" noChangeShapeType="1" noTextEdit="1"/>
              </p:cNvSpPr>
              <p:nvPr/>
            </p:nvSpPr>
            <p:spPr>
              <a:xfrm>
                <a:off x="6437058" y="4871655"/>
                <a:ext cx="854760" cy="353943"/>
              </a:xfrm>
              <a:prstGeom prst="rect">
                <a:avLst/>
              </a:prstGeom>
              <a:blipFill rotWithShape="0">
                <a:blip r:embed="rId9"/>
                <a:stretch>
                  <a:fillRect/>
                </a:stretch>
              </a:blipFill>
            </p:spPr>
            <p:txBody>
              <a:bodyPr/>
              <a:lstStyle/>
              <a:p>
                <a:r>
                  <a:rPr lang="es-DO">
                    <a:noFill/>
                  </a:rPr>
                  <a:t> </a:t>
                </a:r>
              </a:p>
            </p:txBody>
          </p:sp>
        </mc:Fallback>
      </mc:AlternateContent>
      <p:sp>
        <p:nvSpPr>
          <p:cNvPr id="19" name="CuadroTexto 18">
            <a:extLst>
              <a:ext uri="{FF2B5EF4-FFF2-40B4-BE49-F238E27FC236}">
                <a16:creationId xmlns="" xmlns:a16="http://schemas.microsoft.com/office/drawing/2014/main" id="{1CA3A704-3C20-4D1E-9F21-2DD7782035DF}"/>
              </a:ext>
            </a:extLst>
          </p:cNvPr>
          <p:cNvSpPr txBox="1"/>
          <p:nvPr/>
        </p:nvSpPr>
        <p:spPr>
          <a:xfrm>
            <a:off x="457020" y="3097979"/>
            <a:ext cx="1333148" cy="707886"/>
          </a:xfrm>
          <a:prstGeom prst="rect">
            <a:avLst/>
          </a:prstGeom>
          <a:noFill/>
        </p:spPr>
        <p:txBody>
          <a:bodyPr wrap="square">
            <a:spAutoFit/>
          </a:bodyPr>
          <a:lstStyle/>
          <a:p>
            <a:r>
              <a:rPr lang="es-ES" sz="2000" b="1" dirty="0">
                <a:solidFill>
                  <a:prstClr val="black"/>
                </a:solidFill>
              </a:rPr>
              <a:t>Estudiante no. 1</a:t>
            </a:r>
            <a:endParaRPr lang="es-ES" sz="1600" b="1" dirty="0">
              <a:solidFill>
                <a:prstClr val="black"/>
              </a:solidFill>
            </a:endParaRP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 xmlns:a16="http://schemas.microsoft.com/office/drawing/2014/main" id="{32D02BC7-4CC9-D4BE-ADB3-15B4DBD6915D}"/>
                  </a:ext>
                </a:extLst>
              </p:cNvPr>
              <p:cNvSpPr txBox="1"/>
              <p:nvPr/>
            </p:nvSpPr>
            <p:spPr>
              <a:xfrm>
                <a:off x="1036567" y="5378686"/>
                <a:ext cx="2985467" cy="5820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i="1">
                          <a:solidFill>
                            <a:prstClr val="black"/>
                          </a:solidFill>
                          <a:latin typeface="Cambria Math" panose="02040503050406030204" pitchFamily="18" charset="0"/>
                        </a:rPr>
                        <m:t>𝑷𝑪</m:t>
                      </m:r>
                      <m:r>
                        <a:rPr lang="es-ES" sz="1700" b="1">
                          <a:solidFill>
                            <a:prstClr val="black"/>
                          </a:solidFill>
                          <a:latin typeface="Cambria Math" panose="02040503050406030204" pitchFamily="18" charset="0"/>
                        </a:rPr>
                        <m:t>𝟑</m:t>
                      </m:r>
                      <m:r>
                        <a:rPr lang="es-ES" sz="1700" b="1">
                          <a:solidFill>
                            <a:prstClr val="black"/>
                          </a:solidFill>
                          <a:latin typeface="Cambria Math" panose="02040503050406030204" pitchFamily="18" charset="0"/>
                        </a:rPr>
                        <m:t>=</m:t>
                      </m:r>
                      <m:f>
                        <m:fPr>
                          <m:ctrlPr>
                            <a:rPr lang="es-ES" sz="1700" b="1" i="1">
                              <a:solidFill>
                                <a:srgbClr val="836967"/>
                              </a:solidFill>
                              <a:latin typeface="Cambria Math" panose="02040503050406030204" pitchFamily="18" charset="0"/>
                            </a:rPr>
                          </m:ctrlPr>
                        </m:fPr>
                        <m:num>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𝟏</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𝟐</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𝟑</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𝟒</m:t>
                          </m:r>
                        </m:num>
                        <m:den>
                          <m:r>
                            <a:rPr lang="es-ES" sz="1700" b="1">
                              <a:solidFill>
                                <a:prstClr val="black"/>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20" name="CuadroTexto 19">
                <a:extLst>
                  <a:ext uri="{FF2B5EF4-FFF2-40B4-BE49-F238E27FC236}">
                    <a16:creationId xmlns:a16="http://schemas.microsoft.com/office/drawing/2014/main" xmlns="" xmlns:a14="http://schemas.microsoft.com/office/drawing/2010/main" id="{32D02BC7-4CC9-D4BE-ADB3-15B4DBD6915D}"/>
                  </a:ext>
                </a:extLst>
              </p:cNvPr>
              <p:cNvSpPr txBox="1">
                <a:spLocks noRot="1" noChangeAspect="1" noMove="1" noResize="1" noEditPoints="1" noAdjustHandles="1" noChangeArrowheads="1" noChangeShapeType="1" noTextEdit="1"/>
              </p:cNvSpPr>
              <p:nvPr/>
            </p:nvSpPr>
            <p:spPr>
              <a:xfrm>
                <a:off x="1036567" y="5378686"/>
                <a:ext cx="2985467" cy="582082"/>
              </a:xfrm>
              <a:prstGeom prst="rect">
                <a:avLst/>
              </a:prstGeom>
              <a:blipFill rotWithShape="0">
                <a:blip r:embed="rId10"/>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 xmlns:a16="http://schemas.microsoft.com/office/drawing/2014/main" id="{6EC05B1A-A8A8-F4DA-A624-6397CE00E19B}"/>
                  </a:ext>
                </a:extLst>
              </p:cNvPr>
              <p:cNvSpPr txBox="1"/>
              <p:nvPr/>
            </p:nvSpPr>
            <p:spPr>
              <a:xfrm>
                <a:off x="1069698" y="5999679"/>
                <a:ext cx="2985467" cy="5820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i="1">
                          <a:solidFill>
                            <a:prstClr val="black"/>
                          </a:solidFill>
                          <a:latin typeface="Cambria Math" panose="02040503050406030204" pitchFamily="18" charset="0"/>
                        </a:rPr>
                        <m:t>𝑷𝑪</m:t>
                      </m:r>
                      <m:r>
                        <a:rPr lang="es-ES" sz="1700" b="1">
                          <a:solidFill>
                            <a:prstClr val="black"/>
                          </a:solidFill>
                          <a:latin typeface="Cambria Math" panose="02040503050406030204" pitchFamily="18" charset="0"/>
                        </a:rPr>
                        <m:t>𝟒</m:t>
                      </m:r>
                      <m:r>
                        <a:rPr lang="es-ES" sz="1700" b="1">
                          <a:solidFill>
                            <a:prstClr val="black"/>
                          </a:solidFill>
                          <a:latin typeface="Cambria Math" panose="02040503050406030204" pitchFamily="18" charset="0"/>
                        </a:rPr>
                        <m:t>=</m:t>
                      </m:r>
                      <m:f>
                        <m:fPr>
                          <m:ctrlPr>
                            <a:rPr lang="es-ES" sz="1700" b="1" i="1">
                              <a:solidFill>
                                <a:srgbClr val="836967"/>
                              </a:solidFill>
                              <a:latin typeface="Cambria Math" panose="02040503050406030204" pitchFamily="18" charset="0"/>
                            </a:rPr>
                          </m:ctrlPr>
                        </m:fPr>
                        <m:num>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𝟏</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𝟐</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𝟑</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ES" sz="1700" b="1">
                              <a:solidFill>
                                <a:prstClr val="black"/>
                              </a:solidFill>
                              <a:latin typeface="Cambria Math" panose="02040503050406030204" pitchFamily="18" charset="0"/>
                            </a:rPr>
                            <m:t>𝟒</m:t>
                          </m:r>
                        </m:num>
                        <m:den>
                          <m:r>
                            <a:rPr lang="es-ES" sz="1700" b="1">
                              <a:solidFill>
                                <a:prstClr val="black"/>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21" name="CuadroTexto 20">
                <a:extLst>
                  <a:ext uri="{FF2B5EF4-FFF2-40B4-BE49-F238E27FC236}">
                    <a16:creationId xmlns:a16="http://schemas.microsoft.com/office/drawing/2014/main" xmlns="" xmlns:a14="http://schemas.microsoft.com/office/drawing/2010/main" id="{6EC05B1A-A8A8-F4DA-A624-6397CE00E19B}"/>
                  </a:ext>
                </a:extLst>
              </p:cNvPr>
              <p:cNvSpPr txBox="1">
                <a:spLocks noRot="1" noChangeAspect="1" noMove="1" noResize="1" noEditPoints="1" noAdjustHandles="1" noChangeArrowheads="1" noChangeShapeType="1" noTextEdit="1"/>
              </p:cNvSpPr>
              <p:nvPr/>
            </p:nvSpPr>
            <p:spPr>
              <a:xfrm>
                <a:off x="1069698" y="5999679"/>
                <a:ext cx="2985467" cy="582082"/>
              </a:xfrm>
              <a:prstGeom prst="rect">
                <a:avLst/>
              </a:prstGeom>
              <a:blipFill rotWithShape="0">
                <a:blip r:embed="rId11"/>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 xmlns:a16="http://schemas.microsoft.com/office/drawing/2014/main" id="{D68A84CE-98C9-AFDE-A3A5-BD127A6C4DCF}"/>
                  </a:ext>
                </a:extLst>
              </p:cNvPr>
              <p:cNvSpPr txBox="1"/>
              <p:nvPr/>
            </p:nvSpPr>
            <p:spPr>
              <a:xfrm>
                <a:off x="3689332" y="5389108"/>
                <a:ext cx="2411896" cy="5820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DO" sz="1700" b="1">
                              <a:solidFill>
                                <a:prstClr val="black">
                                  <a:lumMod val="95000"/>
                                  <a:lumOff val="5000"/>
                                </a:prstClr>
                              </a:solidFill>
                              <a:latin typeface="Cambria Math" panose="02040503050406030204" pitchFamily="18" charset="0"/>
                            </a:rPr>
                            <m:t>𝟖𝟕</m:t>
                          </m:r>
                          <m:r>
                            <a:rPr lang="es-ES" sz="1700" b="1">
                              <a:solidFill>
                                <a:prstClr val="black">
                                  <a:lumMod val="95000"/>
                                  <a:lumOff val="5000"/>
                                </a:prstClr>
                              </a:solidFill>
                              <a:latin typeface="Cambria Math" panose="02040503050406030204" pitchFamily="18" charset="0"/>
                            </a:rPr>
                            <m:t>+</m:t>
                          </m:r>
                          <m:r>
                            <a:rPr lang="es-ES" sz="1700" b="1">
                              <a:solidFill>
                                <a:prstClr val="black">
                                  <a:lumMod val="95000"/>
                                  <a:lumOff val="5000"/>
                                </a:prstClr>
                              </a:solidFill>
                              <a:latin typeface="Cambria Math" panose="02040503050406030204" pitchFamily="18" charset="0"/>
                            </a:rPr>
                            <m:t>𝟖𝟔</m:t>
                          </m:r>
                          <m:r>
                            <a:rPr lang="es-ES" sz="1700" b="1">
                              <a:solidFill>
                                <a:prstClr val="black">
                                  <a:lumMod val="95000"/>
                                  <a:lumOff val="5000"/>
                                </a:prstClr>
                              </a:solidFill>
                              <a:latin typeface="Cambria Math" panose="02040503050406030204" pitchFamily="18" charset="0"/>
                            </a:rPr>
                            <m:t>+</m:t>
                          </m:r>
                          <m:r>
                            <a:rPr lang="es-ES" sz="1700" b="1">
                              <a:solidFill>
                                <a:prstClr val="black">
                                  <a:lumMod val="95000"/>
                                  <a:lumOff val="5000"/>
                                </a:prstClr>
                              </a:solidFill>
                              <a:latin typeface="Cambria Math" panose="02040503050406030204" pitchFamily="18" charset="0"/>
                            </a:rPr>
                            <m:t>𝟖𝟖</m:t>
                          </m:r>
                          <m:r>
                            <a:rPr lang="es-ES" sz="1700" b="1">
                              <a:solidFill>
                                <a:prstClr val="black">
                                  <a:lumMod val="95000"/>
                                  <a:lumOff val="5000"/>
                                </a:prstClr>
                              </a:solidFill>
                              <a:latin typeface="Cambria Math" panose="02040503050406030204" pitchFamily="18" charset="0"/>
                            </a:rPr>
                            <m:t>+</m:t>
                          </m:r>
                          <m:r>
                            <a:rPr lang="es-DO" sz="1700" b="1" i="1">
                              <a:solidFill>
                                <a:prstClr val="black">
                                  <a:lumMod val="95000"/>
                                  <a:lumOff val="5000"/>
                                </a:prstClr>
                              </a:solidFill>
                              <a:latin typeface="Cambria Math" panose="02040503050406030204" pitchFamily="18" charset="0"/>
                            </a:rPr>
                            <m:t>𝟗𝟐</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22" name="CuadroTexto 21">
                <a:extLst>
                  <a:ext uri="{FF2B5EF4-FFF2-40B4-BE49-F238E27FC236}">
                    <a16:creationId xmlns:a16="http://schemas.microsoft.com/office/drawing/2014/main" xmlns="" xmlns:a14="http://schemas.microsoft.com/office/drawing/2010/main" id="{D68A84CE-98C9-AFDE-A3A5-BD127A6C4DCF}"/>
                  </a:ext>
                </a:extLst>
              </p:cNvPr>
              <p:cNvSpPr txBox="1">
                <a:spLocks noRot="1" noChangeAspect="1" noMove="1" noResize="1" noEditPoints="1" noAdjustHandles="1" noChangeArrowheads="1" noChangeShapeType="1" noTextEdit="1"/>
              </p:cNvSpPr>
              <p:nvPr/>
            </p:nvSpPr>
            <p:spPr>
              <a:xfrm>
                <a:off x="3689332" y="5389108"/>
                <a:ext cx="2411896" cy="582082"/>
              </a:xfrm>
              <a:prstGeom prst="rect">
                <a:avLst/>
              </a:prstGeom>
              <a:blipFill rotWithShape="0">
                <a:blip r:embed="rId12"/>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 xmlns:a16="http://schemas.microsoft.com/office/drawing/2014/main" id="{231E215A-5F56-D4BB-1587-9C319D48BC82}"/>
                  </a:ext>
                </a:extLst>
              </p:cNvPr>
              <p:cNvSpPr txBox="1"/>
              <p:nvPr/>
            </p:nvSpPr>
            <p:spPr>
              <a:xfrm>
                <a:off x="3689332" y="5999679"/>
                <a:ext cx="2411896" cy="5820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ES" sz="1700" b="1">
                              <a:solidFill>
                                <a:prstClr val="black">
                                  <a:lumMod val="95000"/>
                                  <a:lumOff val="5000"/>
                                </a:prstClr>
                              </a:solidFill>
                              <a:latin typeface="Cambria Math" panose="02040503050406030204" pitchFamily="18" charset="0"/>
                            </a:rPr>
                            <m:t>𝟖</m:t>
                          </m:r>
                          <m:r>
                            <a:rPr lang="es-DO" sz="1700" b="1">
                              <a:solidFill>
                                <a:prstClr val="black">
                                  <a:lumMod val="95000"/>
                                  <a:lumOff val="5000"/>
                                </a:prstClr>
                              </a:solidFill>
                              <a:latin typeface="Cambria Math" panose="02040503050406030204" pitchFamily="18" charset="0"/>
                            </a:rPr>
                            <m:t>𝟗</m:t>
                          </m:r>
                          <m:r>
                            <a:rPr lang="es-ES" sz="1700" b="1">
                              <a:solidFill>
                                <a:prstClr val="black">
                                  <a:lumMod val="95000"/>
                                  <a:lumOff val="5000"/>
                                </a:prstClr>
                              </a:solidFill>
                              <a:latin typeface="Cambria Math" panose="02040503050406030204" pitchFamily="18" charset="0"/>
                            </a:rPr>
                            <m:t>+</m:t>
                          </m:r>
                          <m:r>
                            <a:rPr lang="es-ES" sz="1700" b="1">
                              <a:solidFill>
                                <a:prstClr val="black">
                                  <a:lumMod val="95000"/>
                                  <a:lumOff val="5000"/>
                                </a:prstClr>
                              </a:solidFill>
                              <a:latin typeface="Cambria Math" panose="02040503050406030204" pitchFamily="18" charset="0"/>
                            </a:rPr>
                            <m:t>𝟖𝟓</m:t>
                          </m:r>
                          <m:r>
                            <a:rPr lang="es-ES" sz="1700" b="1">
                              <a:solidFill>
                                <a:prstClr val="black">
                                  <a:lumMod val="95000"/>
                                  <a:lumOff val="5000"/>
                                </a:prstClr>
                              </a:solidFill>
                              <a:latin typeface="Cambria Math" panose="02040503050406030204" pitchFamily="18" charset="0"/>
                            </a:rPr>
                            <m:t>+</m:t>
                          </m:r>
                          <m:r>
                            <a:rPr lang="es-DO" sz="1700" b="1">
                              <a:solidFill>
                                <a:prstClr val="black">
                                  <a:lumMod val="95000"/>
                                  <a:lumOff val="5000"/>
                                </a:prstClr>
                              </a:solidFill>
                              <a:latin typeface="Cambria Math" panose="02040503050406030204" pitchFamily="18" charset="0"/>
                            </a:rPr>
                            <m:t>𝟗𝟎</m:t>
                          </m:r>
                          <m:r>
                            <a:rPr lang="es-ES" sz="1700" b="1">
                              <a:solidFill>
                                <a:prstClr val="black">
                                  <a:lumMod val="95000"/>
                                  <a:lumOff val="5000"/>
                                </a:prstClr>
                              </a:solidFill>
                              <a:latin typeface="Cambria Math" panose="02040503050406030204" pitchFamily="18" charset="0"/>
                            </a:rPr>
                            <m:t>+</m:t>
                          </m:r>
                          <m:r>
                            <a:rPr lang="es-ES" sz="1700" b="1" i="1">
                              <a:solidFill>
                                <a:prstClr val="black">
                                  <a:lumMod val="95000"/>
                                  <a:lumOff val="5000"/>
                                </a:prstClr>
                              </a:solidFill>
                              <a:latin typeface="Cambria Math" panose="02040503050406030204" pitchFamily="18" charset="0"/>
                            </a:rPr>
                            <m:t>𝟗</m:t>
                          </m:r>
                          <m:r>
                            <a:rPr lang="es-DO" sz="1700" b="1" i="1">
                              <a:solidFill>
                                <a:prstClr val="black">
                                  <a:lumMod val="95000"/>
                                  <a:lumOff val="5000"/>
                                </a:prstClr>
                              </a:solidFill>
                              <a:latin typeface="Cambria Math" panose="02040503050406030204" pitchFamily="18" charset="0"/>
                            </a:rPr>
                            <m:t>𝟓</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23" name="CuadroTexto 22">
                <a:extLst>
                  <a:ext uri="{FF2B5EF4-FFF2-40B4-BE49-F238E27FC236}">
                    <a16:creationId xmlns:a16="http://schemas.microsoft.com/office/drawing/2014/main" xmlns="" xmlns:a14="http://schemas.microsoft.com/office/drawing/2010/main" id="{231E215A-5F56-D4BB-1587-9C319D48BC82}"/>
                  </a:ext>
                </a:extLst>
              </p:cNvPr>
              <p:cNvSpPr txBox="1">
                <a:spLocks noRot="1" noChangeAspect="1" noMove="1" noResize="1" noEditPoints="1" noAdjustHandles="1" noChangeArrowheads="1" noChangeShapeType="1" noTextEdit="1"/>
              </p:cNvSpPr>
              <p:nvPr/>
            </p:nvSpPr>
            <p:spPr>
              <a:xfrm>
                <a:off x="3689332" y="5999679"/>
                <a:ext cx="2411896" cy="582082"/>
              </a:xfrm>
              <a:prstGeom prst="rect">
                <a:avLst/>
              </a:prstGeom>
              <a:blipFill rotWithShape="0">
                <a:blip r:embed="rId13"/>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 xmlns:a16="http://schemas.microsoft.com/office/drawing/2014/main" id="{71925618-596D-2808-4664-BE1136E9BBF3}"/>
                  </a:ext>
                </a:extLst>
              </p:cNvPr>
              <p:cNvSpPr txBox="1"/>
              <p:nvPr/>
            </p:nvSpPr>
            <p:spPr>
              <a:xfrm>
                <a:off x="5774399" y="5405006"/>
                <a:ext cx="874641" cy="582082"/>
              </a:xfrm>
              <a:prstGeom prst="rect">
                <a:avLst/>
              </a:prstGeom>
              <a:noFill/>
            </p:spPr>
            <p:txBody>
              <a:bodyPr wrap="square">
                <a:spAutoFit/>
              </a:bodyPr>
              <a:lstStyle/>
              <a:p>
                <a:pPr>
                  <a:defRPr/>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ES" sz="1700" b="1" i="1">
                              <a:solidFill>
                                <a:prstClr val="black">
                                  <a:lumMod val="95000"/>
                                  <a:lumOff val="5000"/>
                                </a:prstClr>
                              </a:solidFill>
                              <a:latin typeface="Cambria Math" panose="02040503050406030204" pitchFamily="18" charset="0"/>
                            </a:rPr>
                            <m:t>𝟑</m:t>
                          </m:r>
                          <m:r>
                            <a:rPr lang="es-DO" sz="1700" b="1" i="1">
                              <a:solidFill>
                                <a:prstClr val="black">
                                  <a:lumMod val="95000"/>
                                  <a:lumOff val="5000"/>
                                </a:prstClr>
                              </a:solidFill>
                              <a:latin typeface="Cambria Math" panose="02040503050406030204" pitchFamily="18" charset="0"/>
                            </a:rPr>
                            <m:t>𝟓𝟑</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24" name="CuadroTexto 23">
                <a:extLst>
                  <a:ext uri="{FF2B5EF4-FFF2-40B4-BE49-F238E27FC236}">
                    <a16:creationId xmlns:a16="http://schemas.microsoft.com/office/drawing/2014/main" xmlns="" xmlns:a14="http://schemas.microsoft.com/office/drawing/2010/main" id="{71925618-596D-2808-4664-BE1136E9BBF3}"/>
                  </a:ext>
                </a:extLst>
              </p:cNvPr>
              <p:cNvSpPr txBox="1">
                <a:spLocks noRot="1" noChangeAspect="1" noMove="1" noResize="1" noEditPoints="1" noAdjustHandles="1" noChangeArrowheads="1" noChangeShapeType="1" noTextEdit="1"/>
              </p:cNvSpPr>
              <p:nvPr/>
            </p:nvSpPr>
            <p:spPr>
              <a:xfrm>
                <a:off x="5774399" y="5405006"/>
                <a:ext cx="874641" cy="582082"/>
              </a:xfrm>
              <a:prstGeom prst="rect">
                <a:avLst/>
              </a:prstGeom>
              <a:blipFill rotWithShape="0">
                <a:blip r:embed="rId14"/>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 xmlns:a16="http://schemas.microsoft.com/office/drawing/2014/main" id="{C4280C53-9590-BF20-6224-ECCA9E77FE0E}"/>
                  </a:ext>
                </a:extLst>
              </p:cNvPr>
              <p:cNvSpPr txBox="1"/>
              <p:nvPr/>
            </p:nvSpPr>
            <p:spPr>
              <a:xfrm>
                <a:off x="5774779" y="5981474"/>
                <a:ext cx="874641" cy="587405"/>
              </a:xfrm>
              <a:prstGeom prst="rect">
                <a:avLst/>
              </a:prstGeom>
              <a:noFill/>
            </p:spPr>
            <p:txBody>
              <a:bodyPr wrap="square">
                <a:spAutoFit/>
              </a:bodyPr>
              <a:lstStyle/>
              <a:p>
                <a:pPr>
                  <a:defRPr/>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ES" sz="1700" b="1" i="1">
                              <a:solidFill>
                                <a:prstClr val="black">
                                  <a:lumMod val="95000"/>
                                  <a:lumOff val="5000"/>
                                </a:prstClr>
                              </a:solidFill>
                              <a:latin typeface="Cambria Math" panose="02040503050406030204" pitchFamily="18" charset="0"/>
                            </a:rPr>
                            <m:t>𝟑𝟓</m:t>
                          </m:r>
                          <m:r>
                            <a:rPr lang="es-DO" sz="1700" b="1" i="1">
                              <a:solidFill>
                                <a:prstClr val="black">
                                  <a:lumMod val="95000"/>
                                  <a:lumOff val="5000"/>
                                </a:prstClr>
                              </a:solidFill>
                              <a:latin typeface="Cambria Math" panose="02040503050406030204" pitchFamily="18" charset="0"/>
                            </a:rPr>
                            <m:t>𝟗</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25" name="CuadroTexto 24">
                <a:extLst>
                  <a:ext uri="{FF2B5EF4-FFF2-40B4-BE49-F238E27FC236}">
                    <a16:creationId xmlns:a16="http://schemas.microsoft.com/office/drawing/2014/main" xmlns="" xmlns:a14="http://schemas.microsoft.com/office/drawing/2010/main" id="{C4280C53-9590-BF20-6224-ECCA9E77FE0E}"/>
                  </a:ext>
                </a:extLst>
              </p:cNvPr>
              <p:cNvSpPr txBox="1">
                <a:spLocks noRot="1" noChangeAspect="1" noMove="1" noResize="1" noEditPoints="1" noAdjustHandles="1" noChangeArrowheads="1" noChangeShapeType="1" noTextEdit="1"/>
              </p:cNvSpPr>
              <p:nvPr/>
            </p:nvSpPr>
            <p:spPr>
              <a:xfrm>
                <a:off x="5774779" y="5981474"/>
                <a:ext cx="874641" cy="587405"/>
              </a:xfrm>
              <a:prstGeom prst="rect">
                <a:avLst/>
              </a:prstGeom>
              <a:blipFill rotWithShape="0">
                <a:blip r:embed="rId15"/>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 xmlns:a16="http://schemas.microsoft.com/office/drawing/2014/main" id="{9E8F4B5C-C534-C6A7-6407-B10341F729A3}"/>
                  </a:ext>
                </a:extLst>
              </p:cNvPr>
              <p:cNvSpPr txBox="1"/>
              <p:nvPr/>
            </p:nvSpPr>
            <p:spPr>
              <a:xfrm>
                <a:off x="6439627" y="5527582"/>
                <a:ext cx="1004361" cy="3539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r>
                        <a:rPr lang="es-ES" sz="1700" b="1">
                          <a:solidFill>
                            <a:prstClr val="black"/>
                          </a:solidFill>
                          <a:latin typeface="Cambria Math" panose="02040503050406030204" pitchFamily="18" charset="0"/>
                        </a:rPr>
                        <m:t>𝟖𝟖</m:t>
                      </m:r>
                      <m:r>
                        <a:rPr lang="es-DO" sz="1700" b="1">
                          <a:solidFill>
                            <a:prstClr val="black"/>
                          </a:solidFill>
                          <a:latin typeface="Cambria Math" panose="02040503050406030204" pitchFamily="18" charset="0"/>
                        </a:rPr>
                        <m:t>.</m:t>
                      </m:r>
                      <m:r>
                        <a:rPr lang="es-DO" sz="1700" b="1">
                          <a:solidFill>
                            <a:prstClr val="black"/>
                          </a:solidFill>
                          <a:latin typeface="Cambria Math" panose="02040503050406030204" pitchFamily="18" charset="0"/>
                        </a:rPr>
                        <m:t>𝟐𝟓</m:t>
                      </m:r>
                    </m:oMath>
                  </m:oMathPara>
                </a14:m>
                <a:endParaRPr lang="es-ES" sz="1700" dirty="0">
                  <a:solidFill>
                    <a:prstClr val="black"/>
                  </a:solidFill>
                </a:endParaRPr>
              </a:p>
            </p:txBody>
          </p:sp>
        </mc:Choice>
        <mc:Fallback xmlns="">
          <p:sp>
            <p:nvSpPr>
              <p:cNvPr id="26" name="CuadroTexto 25">
                <a:extLst>
                  <a:ext uri="{FF2B5EF4-FFF2-40B4-BE49-F238E27FC236}">
                    <a16:creationId xmlns:a16="http://schemas.microsoft.com/office/drawing/2014/main" xmlns="" xmlns:a14="http://schemas.microsoft.com/office/drawing/2010/main" id="{9E8F4B5C-C534-C6A7-6407-B10341F729A3}"/>
                  </a:ext>
                </a:extLst>
              </p:cNvPr>
              <p:cNvSpPr txBox="1">
                <a:spLocks noRot="1" noChangeAspect="1" noMove="1" noResize="1" noEditPoints="1" noAdjustHandles="1" noChangeArrowheads="1" noChangeShapeType="1" noTextEdit="1"/>
              </p:cNvSpPr>
              <p:nvPr/>
            </p:nvSpPr>
            <p:spPr>
              <a:xfrm>
                <a:off x="6439627" y="5527582"/>
                <a:ext cx="1004361" cy="353943"/>
              </a:xfrm>
              <a:prstGeom prst="rect">
                <a:avLst/>
              </a:prstGeom>
              <a:blipFill rotWithShape="0">
                <a:blip r:embed="rId16"/>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 xmlns:a16="http://schemas.microsoft.com/office/drawing/2014/main" id="{A6DB8589-9092-1038-8076-4FDF2A6C1180}"/>
                  </a:ext>
                </a:extLst>
              </p:cNvPr>
              <p:cNvSpPr txBox="1"/>
              <p:nvPr/>
            </p:nvSpPr>
            <p:spPr>
              <a:xfrm>
                <a:off x="6444780" y="6113581"/>
                <a:ext cx="999208" cy="3539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r>
                        <a:rPr lang="es-ES" sz="1700" b="1">
                          <a:solidFill>
                            <a:prstClr val="black"/>
                          </a:solidFill>
                          <a:latin typeface="Cambria Math" panose="02040503050406030204" pitchFamily="18" charset="0"/>
                        </a:rPr>
                        <m:t>𝟖𝟗</m:t>
                      </m:r>
                      <m:r>
                        <a:rPr lang="es-DO" sz="1700" b="1">
                          <a:solidFill>
                            <a:prstClr val="black"/>
                          </a:solidFill>
                          <a:latin typeface="Cambria Math" panose="02040503050406030204" pitchFamily="18" charset="0"/>
                        </a:rPr>
                        <m:t>.</m:t>
                      </m:r>
                      <m:r>
                        <a:rPr lang="es-DO" sz="1700" b="1">
                          <a:solidFill>
                            <a:prstClr val="black"/>
                          </a:solidFill>
                          <a:latin typeface="Cambria Math" panose="02040503050406030204" pitchFamily="18" charset="0"/>
                        </a:rPr>
                        <m:t>𝟕𝟓</m:t>
                      </m:r>
                    </m:oMath>
                  </m:oMathPara>
                </a14:m>
                <a:endParaRPr lang="es-ES" sz="1700" dirty="0">
                  <a:solidFill>
                    <a:prstClr val="black"/>
                  </a:solidFill>
                </a:endParaRPr>
              </a:p>
            </p:txBody>
          </p:sp>
        </mc:Choice>
        <mc:Fallback xmlns="">
          <p:sp>
            <p:nvSpPr>
              <p:cNvPr id="27" name="CuadroTexto 26">
                <a:extLst>
                  <a:ext uri="{FF2B5EF4-FFF2-40B4-BE49-F238E27FC236}">
                    <a16:creationId xmlns:a16="http://schemas.microsoft.com/office/drawing/2014/main" xmlns="" xmlns:a14="http://schemas.microsoft.com/office/drawing/2010/main" id="{A6DB8589-9092-1038-8076-4FDF2A6C1180}"/>
                  </a:ext>
                </a:extLst>
              </p:cNvPr>
              <p:cNvSpPr txBox="1">
                <a:spLocks noRot="1" noChangeAspect="1" noMove="1" noResize="1" noEditPoints="1" noAdjustHandles="1" noChangeArrowheads="1" noChangeShapeType="1" noTextEdit="1"/>
              </p:cNvSpPr>
              <p:nvPr/>
            </p:nvSpPr>
            <p:spPr>
              <a:xfrm>
                <a:off x="6444780" y="6113581"/>
                <a:ext cx="999208" cy="353943"/>
              </a:xfrm>
              <a:prstGeom prst="rect">
                <a:avLst/>
              </a:prstGeom>
              <a:blipFill rotWithShape="0">
                <a:blip r:embed="rId17"/>
                <a:stretch>
                  <a:fillRect/>
                </a:stretch>
              </a:blipFill>
            </p:spPr>
            <p:txBody>
              <a:bodyPr/>
              <a:lstStyle/>
              <a:p>
                <a:r>
                  <a:rPr lang="es-DO">
                    <a:noFill/>
                  </a:rPr>
                  <a:t> </a:t>
                </a:r>
              </a:p>
            </p:txBody>
          </p:sp>
        </mc:Fallback>
      </mc:AlternateContent>
      <p:pic>
        <p:nvPicPr>
          <p:cNvPr id="8" name="Imagen 7"/>
          <p:cNvPicPr>
            <a:picLocks noChangeAspect="1"/>
          </p:cNvPicPr>
          <p:nvPr/>
        </p:nvPicPr>
        <p:blipFill>
          <a:blip r:embed="rId18">
            <a:extLst>
              <a:ext uri="{BEBA8EAE-BF5A-486C-A8C5-ECC9F3942E4B}">
                <a14:imgProps xmlns:a14="http://schemas.microsoft.com/office/drawing/2010/main">
                  <a14:imgLayer r:embed="rId19">
                    <a14:imgEffect>
                      <a14:sharpenSoften amount="50000"/>
                    </a14:imgEffect>
                  </a14:imgLayer>
                </a14:imgProps>
              </a:ext>
            </a:extLst>
          </a:blip>
          <a:stretch>
            <a:fillRect/>
          </a:stretch>
        </p:blipFill>
        <p:spPr>
          <a:xfrm>
            <a:off x="1777284" y="172953"/>
            <a:ext cx="10174309" cy="3908875"/>
          </a:xfrm>
          <a:prstGeom prst="rect">
            <a:avLst/>
          </a:prstGeom>
        </p:spPr>
      </p:pic>
      <mc:AlternateContent xmlns:mc="http://schemas.openxmlformats.org/markup-compatibility/2006" xmlns:a14="http://schemas.microsoft.com/office/drawing/2010/main">
        <mc:Choice Requires="a14">
          <p:sp>
            <p:nvSpPr>
              <p:cNvPr id="10" name="Rectángulo 9"/>
              <p:cNvSpPr/>
              <p:nvPr/>
            </p:nvSpPr>
            <p:spPr>
              <a:xfrm>
                <a:off x="9815674" y="3522488"/>
                <a:ext cx="494046" cy="35394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𝟖</m:t>
                      </m:r>
                      <m:r>
                        <a:rPr lang="es-DO" sz="1700" b="1">
                          <a:solidFill>
                            <a:prstClr val="black"/>
                          </a:solidFill>
                          <a:latin typeface="Cambria Math" panose="02040503050406030204" pitchFamily="18" charset="0"/>
                        </a:rPr>
                        <m:t>𝟕</m:t>
                      </m:r>
                    </m:oMath>
                  </m:oMathPara>
                </a14:m>
                <a:endParaRPr lang="es-ES" sz="1700" dirty="0">
                  <a:solidFill>
                    <a:prstClr val="black"/>
                  </a:solidFill>
                </a:endParaRPr>
              </a:p>
            </p:txBody>
          </p:sp>
        </mc:Choice>
        <mc:Fallback xmlns="">
          <p:sp>
            <p:nvSpPr>
              <p:cNvPr id="10" name="Rectángulo 9"/>
              <p:cNvSpPr>
                <a:spLocks noRot="1" noChangeAspect="1" noMove="1" noResize="1" noEditPoints="1" noAdjustHandles="1" noChangeArrowheads="1" noChangeShapeType="1" noTextEdit="1"/>
              </p:cNvSpPr>
              <p:nvPr/>
            </p:nvSpPr>
            <p:spPr>
              <a:xfrm>
                <a:off x="9815674" y="3522488"/>
                <a:ext cx="494046" cy="353943"/>
              </a:xfrm>
              <a:prstGeom prst="rect">
                <a:avLst/>
              </a:prstGeom>
              <a:blipFill rotWithShape="0">
                <a:blip r:embed="rId20"/>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12" name="Rectángulo 11"/>
              <p:cNvSpPr/>
              <p:nvPr/>
            </p:nvSpPr>
            <p:spPr>
              <a:xfrm>
                <a:off x="10227800" y="3522488"/>
                <a:ext cx="494046" cy="35394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𝟖</m:t>
                      </m:r>
                      <m:r>
                        <a:rPr lang="es-DO" sz="1700" b="1">
                          <a:solidFill>
                            <a:prstClr val="black"/>
                          </a:solidFill>
                          <a:latin typeface="Cambria Math" panose="02040503050406030204" pitchFamily="18" charset="0"/>
                        </a:rPr>
                        <m:t>𝟕</m:t>
                      </m:r>
                    </m:oMath>
                  </m:oMathPara>
                </a14:m>
                <a:endParaRPr lang="es-ES" sz="1700" dirty="0">
                  <a:solidFill>
                    <a:prstClr val="black"/>
                  </a:solidFill>
                </a:endParaRPr>
              </a:p>
            </p:txBody>
          </p:sp>
        </mc:Choice>
        <mc:Fallback xmlns="">
          <p:sp>
            <p:nvSpPr>
              <p:cNvPr id="12" name="Rectángulo 11"/>
              <p:cNvSpPr>
                <a:spLocks noRot="1" noChangeAspect="1" noMove="1" noResize="1" noEditPoints="1" noAdjustHandles="1" noChangeArrowheads="1" noChangeShapeType="1" noTextEdit="1"/>
              </p:cNvSpPr>
              <p:nvPr/>
            </p:nvSpPr>
            <p:spPr>
              <a:xfrm>
                <a:off x="10227800" y="3522488"/>
                <a:ext cx="494046" cy="353943"/>
              </a:xfrm>
              <a:prstGeom prst="rect">
                <a:avLst/>
              </a:prstGeom>
              <a:blipFill rotWithShape="0">
                <a:blip r:embed="rId21"/>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18" name="Rectángulo 17"/>
              <p:cNvSpPr/>
              <p:nvPr/>
            </p:nvSpPr>
            <p:spPr>
              <a:xfrm>
                <a:off x="10639927" y="3522484"/>
                <a:ext cx="494046" cy="35394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𝟖</m:t>
                      </m:r>
                      <m:r>
                        <a:rPr lang="es-DO" sz="1700" b="1">
                          <a:solidFill>
                            <a:prstClr val="black"/>
                          </a:solidFill>
                          <a:latin typeface="Cambria Math" panose="02040503050406030204" pitchFamily="18" charset="0"/>
                        </a:rPr>
                        <m:t>𝟖</m:t>
                      </m:r>
                    </m:oMath>
                  </m:oMathPara>
                </a14:m>
                <a:endParaRPr lang="es-ES" sz="1700" dirty="0">
                  <a:solidFill>
                    <a:prstClr val="black"/>
                  </a:solidFill>
                </a:endParaRPr>
              </a:p>
            </p:txBody>
          </p:sp>
        </mc:Choice>
        <mc:Fallback xmlns="">
          <p:sp>
            <p:nvSpPr>
              <p:cNvPr id="18" name="Rectángulo 17"/>
              <p:cNvSpPr>
                <a:spLocks noRot="1" noChangeAspect="1" noMove="1" noResize="1" noEditPoints="1" noAdjustHandles="1" noChangeArrowheads="1" noChangeShapeType="1" noTextEdit="1"/>
              </p:cNvSpPr>
              <p:nvPr/>
            </p:nvSpPr>
            <p:spPr>
              <a:xfrm>
                <a:off x="10639927" y="3522484"/>
                <a:ext cx="494046" cy="353943"/>
              </a:xfrm>
              <a:prstGeom prst="rect">
                <a:avLst/>
              </a:prstGeom>
              <a:blipFill rotWithShape="0">
                <a:blip r:embed="rId22"/>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8" name="Rectángulo 27"/>
              <p:cNvSpPr/>
              <p:nvPr/>
            </p:nvSpPr>
            <p:spPr>
              <a:xfrm>
                <a:off x="11077808" y="3522488"/>
                <a:ext cx="494046" cy="353943"/>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s-DO" sz="1700" b="1">
                          <a:solidFill>
                            <a:prstClr val="black"/>
                          </a:solidFill>
                          <a:latin typeface="Cambria Math" panose="02040503050406030204" pitchFamily="18" charset="0"/>
                        </a:rPr>
                        <m:t>𝟗𝟎</m:t>
                      </m:r>
                    </m:oMath>
                  </m:oMathPara>
                </a14:m>
                <a:endParaRPr lang="es-ES" sz="1700" dirty="0">
                  <a:solidFill>
                    <a:prstClr val="black"/>
                  </a:solidFill>
                </a:endParaRPr>
              </a:p>
            </p:txBody>
          </p:sp>
        </mc:Choice>
        <mc:Fallback xmlns="">
          <p:sp>
            <p:nvSpPr>
              <p:cNvPr id="28" name="Rectángulo 27"/>
              <p:cNvSpPr>
                <a:spLocks noRot="1" noChangeAspect="1" noMove="1" noResize="1" noEditPoints="1" noAdjustHandles="1" noChangeArrowheads="1" noChangeShapeType="1" noTextEdit="1"/>
              </p:cNvSpPr>
              <p:nvPr/>
            </p:nvSpPr>
            <p:spPr>
              <a:xfrm>
                <a:off x="11077808" y="3522488"/>
                <a:ext cx="494046" cy="353943"/>
              </a:xfrm>
              <a:prstGeom prst="rect">
                <a:avLst/>
              </a:prstGeom>
              <a:blipFill rotWithShape="0">
                <a:blip r:embed="rId23"/>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 xmlns:a16="http://schemas.microsoft.com/office/drawing/2014/main" id="{D74FD4B8-9D19-596A-0C24-F92923A56F64}"/>
                  </a:ext>
                </a:extLst>
              </p:cNvPr>
              <p:cNvSpPr txBox="1"/>
              <p:nvPr/>
            </p:nvSpPr>
            <p:spPr>
              <a:xfrm>
                <a:off x="7802460" y="4326327"/>
                <a:ext cx="3299126" cy="5820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i="1">
                          <a:solidFill>
                            <a:prstClr val="black"/>
                          </a:solidFill>
                          <a:latin typeface="Cambria Math" panose="02040503050406030204" pitchFamily="18" charset="0"/>
                        </a:rPr>
                        <m:t>𝑪</m:t>
                      </m:r>
                      <m:r>
                        <a:rPr lang="es-DO" sz="1700" b="1">
                          <a:solidFill>
                            <a:prstClr val="black"/>
                          </a:solidFill>
                          <a:latin typeface="Cambria Math" panose="02040503050406030204" pitchFamily="18" charset="0"/>
                        </a:rPr>
                        <m:t>.</m:t>
                      </m:r>
                      <m:r>
                        <a:rPr lang="es-DO" sz="1700" b="1">
                          <a:solidFill>
                            <a:prstClr val="black"/>
                          </a:solidFill>
                          <a:latin typeface="Cambria Math" panose="02040503050406030204" pitchFamily="18" charset="0"/>
                        </a:rPr>
                        <m:t>𝐅</m:t>
                      </m:r>
                      <m:r>
                        <a:rPr lang="es-DO" sz="1700" b="1">
                          <a:solidFill>
                            <a:prstClr val="black"/>
                          </a:solidFill>
                          <a:latin typeface="Cambria Math" panose="02040503050406030204" pitchFamily="18" charset="0"/>
                        </a:rPr>
                        <m:t>.=</m:t>
                      </m:r>
                      <m:f>
                        <m:fPr>
                          <m:ctrlPr>
                            <a:rPr lang="es-ES" sz="1700" b="1" i="1">
                              <a:solidFill>
                                <a:srgbClr val="836967"/>
                              </a:solidFill>
                              <a:latin typeface="Cambria Math" panose="02040503050406030204" pitchFamily="18" charset="0"/>
                            </a:rPr>
                          </m:ctrlPr>
                        </m:fPr>
                        <m:num>
                          <m:r>
                            <a:rPr lang="es-ES" sz="1700" b="1" i="1">
                              <a:solidFill>
                                <a:prstClr val="black"/>
                              </a:solidFill>
                              <a:latin typeface="Cambria Math" panose="02040503050406030204" pitchFamily="18" charset="0"/>
                            </a:rPr>
                            <m:t>𝑷</m:t>
                          </m:r>
                          <m:r>
                            <a:rPr lang="es-DO" sz="1700" b="1" i="1">
                              <a:solidFill>
                                <a:prstClr val="black"/>
                              </a:solidFill>
                              <a:latin typeface="Cambria Math" panose="02040503050406030204" pitchFamily="18" charset="0"/>
                            </a:rPr>
                            <m:t>𝑪</m:t>
                          </m:r>
                          <m:r>
                            <a:rPr lang="es-ES" sz="1700" b="1">
                              <a:solidFill>
                                <a:prstClr val="black"/>
                              </a:solidFill>
                              <a:latin typeface="Cambria Math" panose="02040503050406030204" pitchFamily="18" charset="0"/>
                            </a:rPr>
                            <m:t>𝟏</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DO" sz="1700" b="1" i="1">
                              <a:solidFill>
                                <a:prstClr val="black"/>
                              </a:solidFill>
                              <a:latin typeface="Cambria Math" panose="02040503050406030204" pitchFamily="18" charset="0"/>
                            </a:rPr>
                            <m:t>𝑪</m:t>
                          </m:r>
                          <m:r>
                            <a:rPr lang="es-ES" sz="1700" b="1">
                              <a:solidFill>
                                <a:prstClr val="black"/>
                              </a:solidFill>
                              <a:latin typeface="Cambria Math" panose="02040503050406030204" pitchFamily="18" charset="0"/>
                            </a:rPr>
                            <m:t>𝟐</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DO" sz="1700" b="1" i="1">
                              <a:solidFill>
                                <a:prstClr val="black"/>
                              </a:solidFill>
                              <a:latin typeface="Cambria Math" panose="02040503050406030204" pitchFamily="18" charset="0"/>
                            </a:rPr>
                            <m:t>𝑪</m:t>
                          </m:r>
                          <m:r>
                            <a:rPr lang="es-ES" sz="1700" b="1">
                              <a:solidFill>
                                <a:prstClr val="black"/>
                              </a:solidFill>
                              <a:latin typeface="Cambria Math" panose="02040503050406030204" pitchFamily="18" charset="0"/>
                            </a:rPr>
                            <m:t>𝟑</m:t>
                          </m:r>
                          <m:r>
                            <a:rPr lang="es-ES" sz="1700" b="1">
                              <a:solidFill>
                                <a:prstClr val="black"/>
                              </a:solidFill>
                              <a:latin typeface="Cambria Math" panose="02040503050406030204" pitchFamily="18" charset="0"/>
                            </a:rPr>
                            <m:t>+</m:t>
                          </m:r>
                          <m:r>
                            <a:rPr lang="es-ES" sz="1700" b="1" i="1">
                              <a:solidFill>
                                <a:prstClr val="black"/>
                              </a:solidFill>
                              <a:latin typeface="Cambria Math" panose="02040503050406030204" pitchFamily="18" charset="0"/>
                            </a:rPr>
                            <m:t>𝑷</m:t>
                          </m:r>
                          <m:r>
                            <a:rPr lang="es-DO" sz="1700" b="1" i="1">
                              <a:solidFill>
                                <a:prstClr val="black"/>
                              </a:solidFill>
                              <a:latin typeface="Cambria Math" panose="02040503050406030204" pitchFamily="18" charset="0"/>
                            </a:rPr>
                            <m:t>𝑪</m:t>
                          </m:r>
                          <m:r>
                            <a:rPr lang="es-ES" sz="1700" b="1">
                              <a:solidFill>
                                <a:prstClr val="black"/>
                              </a:solidFill>
                              <a:latin typeface="Cambria Math" panose="02040503050406030204" pitchFamily="18" charset="0"/>
                            </a:rPr>
                            <m:t>𝟒</m:t>
                          </m:r>
                        </m:num>
                        <m:den>
                          <m:r>
                            <a:rPr lang="es-ES" sz="1700" b="1">
                              <a:solidFill>
                                <a:prstClr val="black"/>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29" name="CuadroTexto 28">
                <a:extLst>
                  <a:ext uri="{FF2B5EF4-FFF2-40B4-BE49-F238E27FC236}">
                    <a16:creationId xmlns:a16="http://schemas.microsoft.com/office/drawing/2014/main" xmlns="" xmlns:a14="http://schemas.microsoft.com/office/drawing/2010/main" id="{D74FD4B8-9D19-596A-0C24-F92923A56F64}"/>
                  </a:ext>
                </a:extLst>
              </p:cNvPr>
              <p:cNvSpPr txBox="1">
                <a:spLocks noRot="1" noChangeAspect="1" noMove="1" noResize="1" noEditPoints="1" noAdjustHandles="1" noChangeArrowheads="1" noChangeShapeType="1" noTextEdit="1"/>
              </p:cNvSpPr>
              <p:nvPr/>
            </p:nvSpPr>
            <p:spPr>
              <a:xfrm>
                <a:off x="7802460" y="4326327"/>
                <a:ext cx="3299126" cy="582082"/>
              </a:xfrm>
              <a:prstGeom prst="rect">
                <a:avLst/>
              </a:prstGeom>
              <a:blipFill rotWithShape="0">
                <a:blip r:embed="rId24"/>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30" name="CuadroTexto 29">
                <a:extLst>
                  <a:ext uri="{FF2B5EF4-FFF2-40B4-BE49-F238E27FC236}">
                    <a16:creationId xmlns="" xmlns:a16="http://schemas.microsoft.com/office/drawing/2014/main" id="{D74FD4B8-9D19-596A-0C24-F92923A56F64}"/>
                  </a:ext>
                </a:extLst>
              </p:cNvPr>
              <p:cNvSpPr txBox="1"/>
              <p:nvPr/>
            </p:nvSpPr>
            <p:spPr>
              <a:xfrm>
                <a:off x="7802459" y="5048626"/>
                <a:ext cx="3865800" cy="58740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i="1">
                          <a:solidFill>
                            <a:prstClr val="black"/>
                          </a:solidFill>
                          <a:latin typeface="Cambria Math" panose="02040503050406030204" pitchFamily="18" charset="0"/>
                        </a:rPr>
                        <m:t>𝑪</m:t>
                      </m:r>
                      <m:r>
                        <a:rPr lang="es-DO" sz="1700" b="1">
                          <a:solidFill>
                            <a:prstClr val="black"/>
                          </a:solidFill>
                          <a:latin typeface="Cambria Math" panose="02040503050406030204" pitchFamily="18" charset="0"/>
                        </a:rPr>
                        <m:t>.</m:t>
                      </m:r>
                      <m:r>
                        <a:rPr lang="es-DO" sz="1700" b="1">
                          <a:solidFill>
                            <a:prstClr val="black"/>
                          </a:solidFill>
                          <a:latin typeface="Cambria Math" panose="02040503050406030204" pitchFamily="18" charset="0"/>
                        </a:rPr>
                        <m:t>𝐅</m:t>
                      </m:r>
                      <m:r>
                        <a:rPr lang="es-DO" sz="1700" b="1">
                          <a:solidFill>
                            <a:prstClr val="black"/>
                          </a:solidFill>
                          <a:latin typeface="Cambria Math" panose="02040503050406030204" pitchFamily="18" charset="0"/>
                        </a:rPr>
                        <m:t>.=</m:t>
                      </m:r>
                      <m:f>
                        <m:fPr>
                          <m:ctrlPr>
                            <a:rPr lang="es-ES" sz="1700" b="1" i="1">
                              <a:solidFill>
                                <a:prstClr val="black">
                                  <a:lumMod val="95000"/>
                                  <a:lumOff val="5000"/>
                                </a:prstClr>
                              </a:solidFill>
                              <a:latin typeface="Cambria Math" panose="02040503050406030204" pitchFamily="18" charset="0"/>
                            </a:rPr>
                          </m:ctrlPr>
                        </m:fPr>
                        <m:num>
                          <m:r>
                            <a:rPr lang="es-DO" sz="1700" b="1">
                              <a:solidFill>
                                <a:prstClr val="black">
                                  <a:lumMod val="95000"/>
                                  <a:lumOff val="5000"/>
                                </a:prstClr>
                              </a:solidFill>
                              <a:latin typeface="Cambria Math" panose="02040503050406030204" pitchFamily="18" charset="0"/>
                            </a:rPr>
                            <m:t>𝟖𝟕</m:t>
                          </m:r>
                          <m:r>
                            <a:rPr lang="es-ES" sz="1700" b="1">
                              <a:solidFill>
                                <a:prstClr val="black">
                                  <a:lumMod val="95000"/>
                                  <a:lumOff val="5000"/>
                                </a:prstClr>
                              </a:solidFill>
                              <a:latin typeface="Cambria Math" panose="02040503050406030204" pitchFamily="18" charset="0"/>
                            </a:rPr>
                            <m:t>+</m:t>
                          </m:r>
                          <m:r>
                            <a:rPr lang="es-DO" sz="1700" b="1">
                              <a:solidFill>
                                <a:prstClr val="black">
                                  <a:lumMod val="95000"/>
                                  <a:lumOff val="5000"/>
                                </a:prstClr>
                              </a:solidFill>
                              <a:latin typeface="Cambria Math" panose="02040503050406030204" pitchFamily="18" charset="0"/>
                            </a:rPr>
                            <m:t>𝟖𝟕</m:t>
                          </m:r>
                          <m:r>
                            <a:rPr lang="es-ES" sz="1700" b="1">
                              <a:solidFill>
                                <a:prstClr val="black">
                                  <a:lumMod val="95000"/>
                                  <a:lumOff val="5000"/>
                                </a:prstClr>
                              </a:solidFill>
                              <a:latin typeface="Cambria Math" panose="02040503050406030204" pitchFamily="18" charset="0"/>
                            </a:rPr>
                            <m:t>+</m:t>
                          </m:r>
                          <m:r>
                            <a:rPr lang="es-DO" sz="1700" b="1">
                              <a:solidFill>
                                <a:prstClr val="black">
                                  <a:lumMod val="95000"/>
                                  <a:lumOff val="5000"/>
                                </a:prstClr>
                              </a:solidFill>
                              <a:latin typeface="Cambria Math" panose="02040503050406030204" pitchFamily="18" charset="0"/>
                            </a:rPr>
                            <m:t>𝟖𝟖</m:t>
                          </m:r>
                          <m:r>
                            <a:rPr lang="es-ES" sz="1700" b="1">
                              <a:solidFill>
                                <a:prstClr val="black">
                                  <a:lumMod val="95000"/>
                                  <a:lumOff val="5000"/>
                                </a:prstClr>
                              </a:solidFill>
                              <a:latin typeface="Cambria Math" panose="02040503050406030204" pitchFamily="18" charset="0"/>
                            </a:rPr>
                            <m:t>+</m:t>
                          </m:r>
                          <m:r>
                            <a:rPr lang="es-DO" sz="1700" b="1" i="1">
                              <a:solidFill>
                                <a:prstClr val="black">
                                  <a:lumMod val="95000"/>
                                  <a:lumOff val="5000"/>
                                </a:prstClr>
                              </a:solidFill>
                              <a:latin typeface="Cambria Math" panose="02040503050406030204" pitchFamily="18" charset="0"/>
                            </a:rPr>
                            <m:t>𝟗𝟎</m:t>
                          </m:r>
                        </m:num>
                        <m:den>
                          <m:r>
                            <a:rPr lang="es-ES" sz="1700" b="1">
                              <a:solidFill>
                                <a:prstClr val="black">
                                  <a:lumMod val="95000"/>
                                  <a:lumOff val="5000"/>
                                </a:prstClr>
                              </a:solidFill>
                              <a:latin typeface="Cambria Math" panose="02040503050406030204" pitchFamily="18" charset="0"/>
                            </a:rPr>
                            <m:t>𝟒</m:t>
                          </m:r>
                        </m:den>
                      </m:f>
                    </m:oMath>
                  </m:oMathPara>
                </a14:m>
                <a:endParaRPr lang="es-ES" sz="1700" b="1" dirty="0">
                  <a:solidFill>
                    <a:prstClr val="black"/>
                  </a:solidFill>
                </a:endParaRPr>
              </a:p>
            </p:txBody>
          </p:sp>
        </mc:Choice>
        <mc:Fallback xmlns="">
          <p:sp>
            <p:nvSpPr>
              <p:cNvPr id="30" name="CuadroTexto 29">
                <a:extLst>
                  <a:ext uri="{FF2B5EF4-FFF2-40B4-BE49-F238E27FC236}">
                    <a16:creationId xmlns:a16="http://schemas.microsoft.com/office/drawing/2014/main" xmlns="" xmlns:a14="http://schemas.microsoft.com/office/drawing/2010/main" id="{D74FD4B8-9D19-596A-0C24-F92923A56F64}"/>
                  </a:ext>
                </a:extLst>
              </p:cNvPr>
              <p:cNvSpPr txBox="1">
                <a:spLocks noRot="1" noChangeAspect="1" noMove="1" noResize="1" noEditPoints="1" noAdjustHandles="1" noChangeArrowheads="1" noChangeShapeType="1" noTextEdit="1"/>
              </p:cNvSpPr>
              <p:nvPr/>
            </p:nvSpPr>
            <p:spPr>
              <a:xfrm>
                <a:off x="7802459" y="5048626"/>
                <a:ext cx="3865800" cy="587405"/>
              </a:xfrm>
              <a:prstGeom prst="rect">
                <a:avLst/>
              </a:prstGeom>
              <a:blipFill rotWithShape="0">
                <a:blip r:embed="rId25"/>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 xmlns:a16="http://schemas.microsoft.com/office/drawing/2014/main" id="{A6DB8589-9092-1038-8076-4FDF2A6C1180}"/>
                  </a:ext>
                </a:extLst>
              </p:cNvPr>
              <p:cNvSpPr txBox="1"/>
              <p:nvPr/>
            </p:nvSpPr>
            <p:spPr>
              <a:xfrm>
                <a:off x="10324188" y="5186317"/>
                <a:ext cx="706148" cy="3539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m:t>
                      </m:r>
                      <m:r>
                        <a:rPr lang="es-ES" sz="1700" b="1">
                          <a:solidFill>
                            <a:prstClr val="black"/>
                          </a:solidFill>
                          <a:latin typeface="Cambria Math" panose="02040503050406030204" pitchFamily="18" charset="0"/>
                        </a:rPr>
                        <m:t>𝟖𝟖</m:t>
                      </m:r>
                    </m:oMath>
                  </m:oMathPara>
                </a14:m>
                <a:endParaRPr lang="es-ES" sz="1700" dirty="0">
                  <a:solidFill>
                    <a:prstClr val="black"/>
                  </a:solidFill>
                </a:endParaRPr>
              </a:p>
            </p:txBody>
          </p:sp>
        </mc:Choice>
        <mc:Fallback xmlns="">
          <p:sp>
            <p:nvSpPr>
              <p:cNvPr id="31" name="CuadroTexto 30">
                <a:extLst>
                  <a:ext uri="{FF2B5EF4-FFF2-40B4-BE49-F238E27FC236}">
                    <a16:creationId xmlns:a16="http://schemas.microsoft.com/office/drawing/2014/main" xmlns="" xmlns:a14="http://schemas.microsoft.com/office/drawing/2010/main" id="{A6DB8589-9092-1038-8076-4FDF2A6C1180}"/>
                  </a:ext>
                </a:extLst>
              </p:cNvPr>
              <p:cNvSpPr txBox="1">
                <a:spLocks noRot="1" noChangeAspect="1" noMove="1" noResize="1" noEditPoints="1" noAdjustHandles="1" noChangeArrowheads="1" noChangeShapeType="1" noTextEdit="1"/>
              </p:cNvSpPr>
              <p:nvPr/>
            </p:nvSpPr>
            <p:spPr>
              <a:xfrm>
                <a:off x="10324188" y="5186317"/>
                <a:ext cx="706148" cy="353943"/>
              </a:xfrm>
              <a:prstGeom prst="rect">
                <a:avLst/>
              </a:prstGeom>
              <a:blipFill rotWithShape="0">
                <a:blip r:embed="rId26"/>
                <a:stretch>
                  <a:fillRect/>
                </a:stretch>
              </a:blipFill>
            </p:spPr>
            <p:txBody>
              <a:bodyPr/>
              <a:lstStyle/>
              <a:p>
                <a:r>
                  <a:rPr lang="es-DO">
                    <a:noFill/>
                  </a:rPr>
                  <a:t> </a:t>
                </a:r>
              </a:p>
            </p:txBody>
          </p:sp>
        </mc:Fallback>
      </mc:AlternateContent>
      <mc:AlternateContent xmlns:mc="http://schemas.openxmlformats.org/markup-compatibility/2006" xmlns:a14="http://schemas.microsoft.com/office/drawing/2010/main">
        <mc:Choice Requires="a14">
          <p:sp>
            <p:nvSpPr>
              <p:cNvPr id="32" name="CuadroTexto 31">
                <a:extLst>
                  <a:ext uri="{FF2B5EF4-FFF2-40B4-BE49-F238E27FC236}">
                    <a16:creationId xmlns="" xmlns:a16="http://schemas.microsoft.com/office/drawing/2014/main" id="{0C3AB242-6E40-D3FD-1ECA-F10B19BD7621}"/>
                  </a:ext>
                </a:extLst>
              </p:cNvPr>
              <p:cNvSpPr txBox="1"/>
              <p:nvPr/>
            </p:nvSpPr>
            <p:spPr>
              <a:xfrm>
                <a:off x="11464180" y="3521697"/>
                <a:ext cx="521576" cy="35394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ES" sz="1700" b="1">
                          <a:solidFill>
                            <a:prstClr val="black"/>
                          </a:solidFill>
                          <a:latin typeface="Cambria Math" panose="02040503050406030204" pitchFamily="18" charset="0"/>
                        </a:rPr>
                        <m:t>𝟖</m:t>
                      </m:r>
                      <m:r>
                        <a:rPr lang="es-DO" sz="1700" b="1">
                          <a:solidFill>
                            <a:prstClr val="black"/>
                          </a:solidFill>
                          <a:latin typeface="Cambria Math" panose="02040503050406030204" pitchFamily="18" charset="0"/>
                        </a:rPr>
                        <m:t>𝟖</m:t>
                      </m:r>
                    </m:oMath>
                  </m:oMathPara>
                </a14:m>
                <a:endParaRPr lang="es-ES" sz="1700" dirty="0">
                  <a:solidFill>
                    <a:prstClr val="black"/>
                  </a:solidFill>
                </a:endParaRPr>
              </a:p>
            </p:txBody>
          </p:sp>
        </mc:Choice>
        <mc:Fallback xmlns="">
          <p:sp>
            <p:nvSpPr>
              <p:cNvPr id="32" name="CuadroTexto 31">
                <a:extLst>
                  <a:ext uri="{FF2B5EF4-FFF2-40B4-BE49-F238E27FC236}">
                    <a16:creationId xmlns:a16="http://schemas.microsoft.com/office/drawing/2014/main" xmlns="" xmlns:a14="http://schemas.microsoft.com/office/drawing/2010/main" id="{0C3AB242-6E40-D3FD-1ECA-F10B19BD7621}"/>
                  </a:ext>
                </a:extLst>
              </p:cNvPr>
              <p:cNvSpPr txBox="1">
                <a:spLocks noRot="1" noChangeAspect="1" noMove="1" noResize="1" noEditPoints="1" noAdjustHandles="1" noChangeArrowheads="1" noChangeShapeType="1" noTextEdit="1"/>
              </p:cNvSpPr>
              <p:nvPr/>
            </p:nvSpPr>
            <p:spPr>
              <a:xfrm>
                <a:off x="11464180" y="3521697"/>
                <a:ext cx="521576" cy="353943"/>
              </a:xfrm>
              <a:prstGeom prst="rect">
                <a:avLst/>
              </a:prstGeom>
              <a:blipFill rotWithShape="0">
                <a:blip r:embed="rId27"/>
                <a:stretch>
                  <a:fillRect/>
                </a:stretch>
              </a:blipFill>
            </p:spPr>
            <p:txBody>
              <a:bodyPr/>
              <a:lstStyle/>
              <a:p>
                <a:r>
                  <a:rPr lang="es-DO">
                    <a:noFill/>
                  </a:rPr>
                  <a:t> </a:t>
                </a:r>
              </a:p>
            </p:txBody>
          </p:sp>
        </mc:Fallback>
      </mc:AlternateContent>
    </p:spTree>
    <p:extLst>
      <p:ext uri="{BB962C8B-B14F-4D97-AF65-F5344CB8AC3E}">
        <p14:creationId xmlns:p14="http://schemas.microsoft.com/office/powerpoint/2010/main" val="194997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49" presetClass="entr" presetSubtype="0" decel="100000" fill="hold" grpId="0" nodeType="click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p:cTn id="21" dur="500" fill="hold"/>
                                        <p:tgtEl>
                                          <p:spTgt spid="19"/>
                                        </p:tgtEl>
                                        <p:attrNameLst>
                                          <p:attrName>ppt_w</p:attrName>
                                        </p:attrNameLst>
                                      </p:cBhvr>
                                      <p:tavLst>
                                        <p:tav tm="0">
                                          <p:val>
                                            <p:fltVal val="0"/>
                                          </p:val>
                                        </p:tav>
                                        <p:tav tm="100000">
                                          <p:val>
                                            <p:strVal val="#ppt_w"/>
                                          </p:val>
                                        </p:tav>
                                      </p:tavLst>
                                    </p:anim>
                                    <p:anim calcmode="lin" valueType="num">
                                      <p:cBhvr>
                                        <p:cTn id="22" dur="500" fill="hold"/>
                                        <p:tgtEl>
                                          <p:spTgt spid="19"/>
                                        </p:tgtEl>
                                        <p:attrNameLst>
                                          <p:attrName>ppt_h</p:attrName>
                                        </p:attrNameLst>
                                      </p:cBhvr>
                                      <p:tavLst>
                                        <p:tav tm="0">
                                          <p:val>
                                            <p:fltVal val="0"/>
                                          </p:val>
                                        </p:tav>
                                        <p:tav tm="100000">
                                          <p:val>
                                            <p:strVal val="#ppt_h"/>
                                          </p:val>
                                        </p:tav>
                                      </p:tavLst>
                                    </p:anim>
                                    <p:anim calcmode="lin" valueType="num">
                                      <p:cBhvr>
                                        <p:cTn id="23" dur="500" fill="hold"/>
                                        <p:tgtEl>
                                          <p:spTgt spid="19"/>
                                        </p:tgtEl>
                                        <p:attrNameLst>
                                          <p:attrName>style.rotation</p:attrName>
                                        </p:attrNameLst>
                                      </p:cBhvr>
                                      <p:tavLst>
                                        <p:tav tm="0">
                                          <p:val>
                                            <p:fltVal val="360"/>
                                          </p:val>
                                        </p:tav>
                                        <p:tav tm="100000">
                                          <p:val>
                                            <p:fltVal val="0"/>
                                          </p:val>
                                        </p:tav>
                                      </p:tavLst>
                                    </p:anim>
                                    <p:animEffect transition="in" filter="fade">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1"/>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2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28"/>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29"/>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30"/>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31"/>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p:bldP spid="14" grpId="0"/>
      <p:bldP spid="15" grpId="0"/>
      <p:bldP spid="16" grpId="0"/>
      <p:bldP spid="17" grpId="0"/>
      <p:bldP spid="19" grpId="0"/>
      <p:bldP spid="20" grpId="0"/>
      <p:bldP spid="21" grpId="0"/>
      <p:bldP spid="22" grpId="0"/>
      <p:bldP spid="23" grpId="0"/>
      <p:bldP spid="24" grpId="0"/>
      <p:bldP spid="25" grpId="0"/>
      <p:bldP spid="26" grpId="0"/>
      <p:bldP spid="27" grpId="0"/>
      <p:bldP spid="10" grpId="0"/>
      <p:bldP spid="12" grpId="0"/>
      <p:bldP spid="18" grpId="0"/>
      <p:bldP spid="28" grpId="0"/>
      <p:bldP spid="29" grpId="0"/>
      <p:bldP spid="30" grpId="0"/>
      <p:bldP spid="31" grpId="0"/>
      <p:bldP spid="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 xmlns:a16="http://schemas.microsoft.com/office/drawing/2014/main" id="{05C17A51-6869-AC6D-56F2-F56CF72FF6A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278296" y="155713"/>
            <a:ext cx="11635408" cy="6414052"/>
          </a:xfrm>
          <a:prstGeom prst="rect">
            <a:avLst/>
          </a:prstGeom>
        </p:spPr>
      </p:pic>
      <p:sp>
        <p:nvSpPr>
          <p:cNvPr id="5" name="CuadroTexto 4">
            <a:extLst>
              <a:ext uri="{FF2B5EF4-FFF2-40B4-BE49-F238E27FC236}">
                <a16:creationId xmlns="" xmlns:a16="http://schemas.microsoft.com/office/drawing/2014/main" id="{2FFA39BA-89CC-2459-CD67-8ADA6CF08C0D}"/>
              </a:ext>
            </a:extLst>
          </p:cNvPr>
          <p:cNvSpPr txBox="1"/>
          <p:nvPr/>
        </p:nvSpPr>
        <p:spPr>
          <a:xfrm>
            <a:off x="874270" y="2274005"/>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80</a:t>
            </a:r>
          </a:p>
        </p:txBody>
      </p:sp>
      <p:sp>
        <p:nvSpPr>
          <p:cNvPr id="6" name="CuadroTexto 5">
            <a:extLst>
              <a:ext uri="{FF2B5EF4-FFF2-40B4-BE49-F238E27FC236}">
                <a16:creationId xmlns="" xmlns:a16="http://schemas.microsoft.com/office/drawing/2014/main" id="{63AA25E6-A65A-9F8F-1690-9EA65C0AF447}"/>
              </a:ext>
            </a:extLst>
          </p:cNvPr>
          <p:cNvSpPr txBox="1"/>
          <p:nvPr/>
        </p:nvSpPr>
        <p:spPr>
          <a:xfrm>
            <a:off x="1468752" y="2286884"/>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83</a:t>
            </a:r>
          </a:p>
        </p:txBody>
      </p:sp>
      <p:sp>
        <p:nvSpPr>
          <p:cNvPr id="7" name="CuadroTexto 6">
            <a:extLst>
              <a:ext uri="{FF2B5EF4-FFF2-40B4-BE49-F238E27FC236}">
                <a16:creationId xmlns="" xmlns:a16="http://schemas.microsoft.com/office/drawing/2014/main" id="{57DBBA16-9730-630F-2BCF-1863ECD03FE6}"/>
              </a:ext>
            </a:extLst>
          </p:cNvPr>
          <p:cNvSpPr txBox="1"/>
          <p:nvPr/>
        </p:nvSpPr>
        <p:spPr>
          <a:xfrm>
            <a:off x="1974573" y="2286884"/>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85</a:t>
            </a:r>
          </a:p>
        </p:txBody>
      </p:sp>
      <p:sp>
        <p:nvSpPr>
          <p:cNvPr id="8" name="CuadroTexto 7">
            <a:extLst>
              <a:ext uri="{FF2B5EF4-FFF2-40B4-BE49-F238E27FC236}">
                <a16:creationId xmlns="" xmlns:a16="http://schemas.microsoft.com/office/drawing/2014/main" id="{4C798069-1ABE-DD70-30CC-FDD211B9D157}"/>
              </a:ext>
            </a:extLst>
          </p:cNvPr>
          <p:cNvSpPr txBox="1"/>
          <p:nvPr/>
        </p:nvSpPr>
        <p:spPr>
          <a:xfrm>
            <a:off x="2557668" y="2286884"/>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84</a:t>
            </a:r>
          </a:p>
        </p:txBody>
      </p:sp>
      <p:sp>
        <p:nvSpPr>
          <p:cNvPr id="9" name="CuadroTexto 8">
            <a:extLst>
              <a:ext uri="{FF2B5EF4-FFF2-40B4-BE49-F238E27FC236}">
                <a16:creationId xmlns="" xmlns:a16="http://schemas.microsoft.com/office/drawing/2014/main" id="{9A88C74B-0B80-D0C4-9B00-2BAC345C0E70}"/>
              </a:ext>
            </a:extLst>
          </p:cNvPr>
          <p:cNvSpPr txBox="1"/>
          <p:nvPr/>
        </p:nvSpPr>
        <p:spPr>
          <a:xfrm>
            <a:off x="3100634" y="2286884"/>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83</a:t>
            </a:r>
          </a:p>
        </p:txBody>
      </p:sp>
      <p:sp>
        <p:nvSpPr>
          <p:cNvPr id="10" name="CuadroTexto 9">
            <a:extLst>
              <a:ext uri="{FF2B5EF4-FFF2-40B4-BE49-F238E27FC236}">
                <a16:creationId xmlns="" xmlns:a16="http://schemas.microsoft.com/office/drawing/2014/main" id="{893E07A1-DF0D-5BCB-A315-32278002312E}"/>
              </a:ext>
            </a:extLst>
          </p:cNvPr>
          <p:cNvSpPr txBox="1"/>
          <p:nvPr/>
        </p:nvSpPr>
        <p:spPr>
          <a:xfrm>
            <a:off x="861391" y="284319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62</a:t>
            </a:r>
          </a:p>
        </p:txBody>
      </p:sp>
      <p:sp>
        <p:nvSpPr>
          <p:cNvPr id="11" name="CuadroTexto 10">
            <a:extLst>
              <a:ext uri="{FF2B5EF4-FFF2-40B4-BE49-F238E27FC236}">
                <a16:creationId xmlns="" xmlns:a16="http://schemas.microsoft.com/office/drawing/2014/main" id="{939A8021-2492-F7C2-6EFD-F4E5F4E38167}"/>
              </a:ext>
            </a:extLst>
          </p:cNvPr>
          <p:cNvSpPr txBox="1"/>
          <p:nvPr/>
        </p:nvSpPr>
        <p:spPr>
          <a:xfrm>
            <a:off x="1444486" y="284319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70</a:t>
            </a:r>
          </a:p>
        </p:txBody>
      </p:sp>
      <p:sp>
        <p:nvSpPr>
          <p:cNvPr id="12" name="CuadroTexto 11">
            <a:extLst>
              <a:ext uri="{FF2B5EF4-FFF2-40B4-BE49-F238E27FC236}">
                <a16:creationId xmlns="" xmlns:a16="http://schemas.microsoft.com/office/drawing/2014/main" id="{9E4B7230-C496-1FBF-594C-A91C6D6B2C61}"/>
              </a:ext>
            </a:extLst>
          </p:cNvPr>
          <p:cNvSpPr txBox="1"/>
          <p:nvPr/>
        </p:nvSpPr>
        <p:spPr>
          <a:xfrm>
            <a:off x="1987825" y="284319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64</a:t>
            </a:r>
          </a:p>
        </p:txBody>
      </p:sp>
      <p:sp>
        <p:nvSpPr>
          <p:cNvPr id="13" name="CuadroTexto 12">
            <a:extLst>
              <a:ext uri="{FF2B5EF4-FFF2-40B4-BE49-F238E27FC236}">
                <a16:creationId xmlns="" xmlns:a16="http://schemas.microsoft.com/office/drawing/2014/main" id="{CF6AE555-0710-3A84-4844-2DC2D620F67E}"/>
              </a:ext>
            </a:extLst>
          </p:cNvPr>
          <p:cNvSpPr txBox="1"/>
          <p:nvPr/>
        </p:nvSpPr>
        <p:spPr>
          <a:xfrm>
            <a:off x="2557668" y="284319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70</a:t>
            </a:r>
          </a:p>
        </p:txBody>
      </p:sp>
      <p:sp>
        <p:nvSpPr>
          <p:cNvPr id="14" name="CuadroTexto 13">
            <a:extLst>
              <a:ext uri="{FF2B5EF4-FFF2-40B4-BE49-F238E27FC236}">
                <a16:creationId xmlns="" xmlns:a16="http://schemas.microsoft.com/office/drawing/2014/main" id="{53C5C714-E526-8462-3B3D-B3AFCBC2029E}"/>
              </a:ext>
            </a:extLst>
          </p:cNvPr>
          <p:cNvSpPr txBox="1"/>
          <p:nvPr/>
        </p:nvSpPr>
        <p:spPr>
          <a:xfrm>
            <a:off x="3101007" y="284319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lumMod val="95000"/>
                    <a:lumOff val="5000"/>
                  </a:prstClr>
                </a:solidFill>
                <a:latin typeface="Cambria Math" panose="02040503050406030204" pitchFamily="18" charset="0"/>
                <a:ea typeface="Cambria Math" panose="02040503050406030204" pitchFamily="18" charset="0"/>
                <a:cs typeface="Times New Roman" panose="02020603050405020304" pitchFamily="18" charset="0"/>
              </a:rPr>
              <a:t>67</a:t>
            </a:r>
          </a:p>
        </p:txBody>
      </p:sp>
      <p:sp>
        <p:nvSpPr>
          <p:cNvPr id="15" name="CuadroTexto 14">
            <a:extLst>
              <a:ext uri="{FF2B5EF4-FFF2-40B4-BE49-F238E27FC236}">
                <a16:creationId xmlns="" xmlns:a16="http://schemas.microsoft.com/office/drawing/2014/main" id="{E5163839-8CA7-D6CB-6936-6D75B2D937AC}"/>
              </a:ext>
            </a:extLst>
          </p:cNvPr>
          <p:cNvSpPr txBox="1"/>
          <p:nvPr/>
        </p:nvSpPr>
        <p:spPr>
          <a:xfrm>
            <a:off x="3511824" y="2843196"/>
            <a:ext cx="689113" cy="496931"/>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33.5</a:t>
            </a:r>
          </a:p>
        </p:txBody>
      </p:sp>
      <p:sp>
        <p:nvSpPr>
          <p:cNvPr id="16" name="CuadroTexto 15">
            <a:extLst>
              <a:ext uri="{FF2B5EF4-FFF2-40B4-BE49-F238E27FC236}">
                <a16:creationId xmlns="" xmlns:a16="http://schemas.microsoft.com/office/drawing/2014/main" id="{E0667D01-EBFB-04AF-0B92-E951F23C95F3}"/>
              </a:ext>
            </a:extLst>
          </p:cNvPr>
          <p:cNvSpPr txBox="1"/>
          <p:nvPr/>
        </p:nvSpPr>
        <p:spPr>
          <a:xfrm>
            <a:off x="4187685" y="284319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74</a:t>
            </a:r>
          </a:p>
        </p:txBody>
      </p:sp>
      <p:sp>
        <p:nvSpPr>
          <p:cNvPr id="17" name="CuadroTexto 16">
            <a:extLst>
              <a:ext uri="{FF2B5EF4-FFF2-40B4-BE49-F238E27FC236}">
                <a16:creationId xmlns="" xmlns:a16="http://schemas.microsoft.com/office/drawing/2014/main" id="{22D0C794-C408-DC63-2A0C-744BC4129BA6}"/>
              </a:ext>
            </a:extLst>
          </p:cNvPr>
          <p:cNvSpPr txBox="1"/>
          <p:nvPr/>
        </p:nvSpPr>
        <p:spPr>
          <a:xfrm>
            <a:off x="4856920" y="284394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37</a:t>
            </a:r>
          </a:p>
        </p:txBody>
      </p:sp>
      <p:sp>
        <p:nvSpPr>
          <p:cNvPr id="18" name="CuadroTexto 17">
            <a:extLst>
              <a:ext uri="{FF2B5EF4-FFF2-40B4-BE49-F238E27FC236}">
                <a16:creationId xmlns="" xmlns:a16="http://schemas.microsoft.com/office/drawing/2014/main" id="{4C513DA2-151C-61A6-D21B-DBCCB3BE34B2}"/>
              </a:ext>
            </a:extLst>
          </p:cNvPr>
          <p:cNvSpPr txBox="1"/>
          <p:nvPr/>
        </p:nvSpPr>
        <p:spPr>
          <a:xfrm>
            <a:off x="5516217" y="284394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71</a:t>
            </a:r>
          </a:p>
        </p:txBody>
      </p:sp>
      <p:sp>
        <p:nvSpPr>
          <p:cNvPr id="19" name="CuadroTexto 18">
            <a:extLst>
              <a:ext uri="{FF2B5EF4-FFF2-40B4-BE49-F238E27FC236}">
                <a16:creationId xmlns="" xmlns:a16="http://schemas.microsoft.com/office/drawing/2014/main" id="{480A572C-5E24-505C-2FF8-A5CABC36EEA6}"/>
              </a:ext>
            </a:extLst>
          </p:cNvPr>
          <p:cNvSpPr txBox="1"/>
          <p:nvPr/>
        </p:nvSpPr>
        <p:spPr>
          <a:xfrm>
            <a:off x="874643" y="3349488"/>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67</a:t>
            </a:r>
          </a:p>
        </p:txBody>
      </p:sp>
      <p:sp>
        <p:nvSpPr>
          <p:cNvPr id="20" name="CuadroTexto 19">
            <a:extLst>
              <a:ext uri="{FF2B5EF4-FFF2-40B4-BE49-F238E27FC236}">
                <a16:creationId xmlns="" xmlns:a16="http://schemas.microsoft.com/office/drawing/2014/main" id="{3869EB62-9255-6935-02CA-8D3EC4CFFAF9}"/>
              </a:ext>
            </a:extLst>
          </p:cNvPr>
          <p:cNvSpPr txBox="1"/>
          <p:nvPr/>
        </p:nvSpPr>
        <p:spPr>
          <a:xfrm>
            <a:off x="1424608" y="3349488"/>
            <a:ext cx="530087" cy="496931"/>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70</a:t>
            </a:r>
          </a:p>
        </p:txBody>
      </p:sp>
      <p:sp>
        <p:nvSpPr>
          <p:cNvPr id="21" name="CuadroTexto 20">
            <a:extLst>
              <a:ext uri="{FF2B5EF4-FFF2-40B4-BE49-F238E27FC236}">
                <a16:creationId xmlns="" xmlns:a16="http://schemas.microsoft.com/office/drawing/2014/main" id="{B575BDD9-0AB1-EB08-F795-97FC2FD479A1}"/>
              </a:ext>
            </a:extLst>
          </p:cNvPr>
          <p:cNvSpPr txBox="1"/>
          <p:nvPr/>
        </p:nvSpPr>
        <p:spPr>
          <a:xfrm>
            <a:off x="2014329" y="3349488"/>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66</a:t>
            </a:r>
          </a:p>
        </p:txBody>
      </p:sp>
      <p:sp>
        <p:nvSpPr>
          <p:cNvPr id="22" name="CuadroTexto 21">
            <a:extLst>
              <a:ext uri="{FF2B5EF4-FFF2-40B4-BE49-F238E27FC236}">
                <a16:creationId xmlns="" xmlns:a16="http://schemas.microsoft.com/office/drawing/2014/main" id="{65015604-3F88-7C06-ED6F-FCED07819D8A}"/>
              </a:ext>
            </a:extLst>
          </p:cNvPr>
          <p:cNvSpPr txBox="1"/>
          <p:nvPr/>
        </p:nvSpPr>
        <p:spPr>
          <a:xfrm>
            <a:off x="2597424" y="3353379"/>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70</a:t>
            </a:r>
          </a:p>
        </p:txBody>
      </p:sp>
      <p:sp>
        <p:nvSpPr>
          <p:cNvPr id="23" name="CuadroTexto 22">
            <a:extLst>
              <a:ext uri="{FF2B5EF4-FFF2-40B4-BE49-F238E27FC236}">
                <a16:creationId xmlns="" xmlns:a16="http://schemas.microsoft.com/office/drawing/2014/main" id="{E5DF0BE3-3DE5-5E75-2C19-D8B1238F4FCC}"/>
              </a:ext>
            </a:extLst>
          </p:cNvPr>
          <p:cNvSpPr txBox="1"/>
          <p:nvPr/>
        </p:nvSpPr>
        <p:spPr>
          <a:xfrm>
            <a:off x="3101007" y="3357270"/>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68</a:t>
            </a:r>
          </a:p>
        </p:txBody>
      </p:sp>
      <p:sp>
        <p:nvSpPr>
          <p:cNvPr id="24" name="CuadroTexto 23">
            <a:extLst>
              <a:ext uri="{FF2B5EF4-FFF2-40B4-BE49-F238E27FC236}">
                <a16:creationId xmlns="" xmlns:a16="http://schemas.microsoft.com/office/drawing/2014/main" id="{EAF57785-8929-6C67-E33D-13E93E5B05BE}"/>
              </a:ext>
            </a:extLst>
          </p:cNvPr>
          <p:cNvSpPr txBox="1"/>
          <p:nvPr/>
        </p:nvSpPr>
        <p:spPr>
          <a:xfrm>
            <a:off x="3591336" y="3358059"/>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34</a:t>
            </a:r>
          </a:p>
        </p:txBody>
      </p:sp>
      <p:sp>
        <p:nvSpPr>
          <p:cNvPr id="25" name="CuadroTexto 24">
            <a:extLst>
              <a:ext uri="{FF2B5EF4-FFF2-40B4-BE49-F238E27FC236}">
                <a16:creationId xmlns="" xmlns:a16="http://schemas.microsoft.com/office/drawing/2014/main" id="{CA77D17E-A45C-2107-4680-EBF40DCC1AB7}"/>
              </a:ext>
            </a:extLst>
          </p:cNvPr>
          <p:cNvSpPr txBox="1"/>
          <p:nvPr/>
        </p:nvSpPr>
        <p:spPr>
          <a:xfrm>
            <a:off x="4227441" y="3357270"/>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66</a:t>
            </a:r>
          </a:p>
        </p:txBody>
      </p:sp>
      <p:sp>
        <p:nvSpPr>
          <p:cNvPr id="26" name="CuadroTexto 25">
            <a:extLst>
              <a:ext uri="{FF2B5EF4-FFF2-40B4-BE49-F238E27FC236}">
                <a16:creationId xmlns="" xmlns:a16="http://schemas.microsoft.com/office/drawing/2014/main" id="{9E19EA11-9AEB-B869-FB87-50070E22BE04}"/>
              </a:ext>
            </a:extLst>
          </p:cNvPr>
          <p:cNvSpPr txBox="1"/>
          <p:nvPr/>
        </p:nvSpPr>
        <p:spPr>
          <a:xfrm>
            <a:off x="4890048" y="3357270"/>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33</a:t>
            </a:r>
          </a:p>
        </p:txBody>
      </p:sp>
      <p:sp>
        <p:nvSpPr>
          <p:cNvPr id="27" name="CuadroTexto 26">
            <a:extLst>
              <a:ext uri="{FF2B5EF4-FFF2-40B4-BE49-F238E27FC236}">
                <a16:creationId xmlns="" xmlns:a16="http://schemas.microsoft.com/office/drawing/2014/main" id="{29BCE8CF-56BE-5014-8DE7-C991191C386C}"/>
              </a:ext>
            </a:extLst>
          </p:cNvPr>
          <p:cNvSpPr txBox="1"/>
          <p:nvPr/>
        </p:nvSpPr>
        <p:spPr>
          <a:xfrm>
            <a:off x="5499647" y="3362739"/>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67</a:t>
            </a:r>
          </a:p>
        </p:txBody>
      </p:sp>
      <p:sp>
        <p:nvSpPr>
          <p:cNvPr id="28" name="CuadroTexto 27">
            <a:extLst>
              <a:ext uri="{FF2B5EF4-FFF2-40B4-BE49-F238E27FC236}">
                <a16:creationId xmlns="" xmlns:a16="http://schemas.microsoft.com/office/drawing/2014/main" id="{2AE461E2-F313-A705-964A-E8DC2D213A52}"/>
              </a:ext>
            </a:extLst>
          </p:cNvPr>
          <p:cNvSpPr txBox="1"/>
          <p:nvPr/>
        </p:nvSpPr>
        <p:spPr>
          <a:xfrm>
            <a:off x="6082742" y="3362740"/>
            <a:ext cx="675861" cy="496931"/>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20.4</a:t>
            </a:r>
          </a:p>
        </p:txBody>
      </p:sp>
      <p:sp>
        <p:nvSpPr>
          <p:cNvPr id="29" name="CuadroTexto 28">
            <a:extLst>
              <a:ext uri="{FF2B5EF4-FFF2-40B4-BE49-F238E27FC236}">
                <a16:creationId xmlns="" xmlns:a16="http://schemas.microsoft.com/office/drawing/2014/main" id="{78C3E07E-3AC7-2F6F-6EF9-8F5CF7EEDE6A}"/>
              </a:ext>
            </a:extLst>
          </p:cNvPr>
          <p:cNvSpPr txBox="1"/>
          <p:nvPr/>
        </p:nvSpPr>
        <p:spPr>
          <a:xfrm>
            <a:off x="6725477" y="3357270"/>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73</a:t>
            </a:r>
          </a:p>
        </p:txBody>
      </p:sp>
      <p:sp>
        <p:nvSpPr>
          <p:cNvPr id="30" name="CuadroTexto 29">
            <a:extLst>
              <a:ext uri="{FF2B5EF4-FFF2-40B4-BE49-F238E27FC236}">
                <a16:creationId xmlns="" xmlns:a16="http://schemas.microsoft.com/office/drawing/2014/main" id="{4D9EE250-9BDE-0441-9F8E-3D52D7C8FD0D}"/>
              </a:ext>
            </a:extLst>
          </p:cNvPr>
          <p:cNvSpPr txBox="1"/>
          <p:nvPr/>
        </p:nvSpPr>
        <p:spPr>
          <a:xfrm>
            <a:off x="7235687" y="3371323"/>
            <a:ext cx="649357" cy="496931"/>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51.1</a:t>
            </a:r>
          </a:p>
        </p:txBody>
      </p:sp>
      <p:sp>
        <p:nvSpPr>
          <p:cNvPr id="31" name="CuadroTexto 30">
            <a:extLst>
              <a:ext uri="{FF2B5EF4-FFF2-40B4-BE49-F238E27FC236}">
                <a16:creationId xmlns="" xmlns:a16="http://schemas.microsoft.com/office/drawing/2014/main" id="{BC6D0314-4FAC-DDC6-2957-B537CDF0EDCE}"/>
              </a:ext>
            </a:extLst>
          </p:cNvPr>
          <p:cNvSpPr txBox="1"/>
          <p:nvPr/>
        </p:nvSpPr>
        <p:spPr>
          <a:xfrm>
            <a:off x="7898287" y="3357270"/>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72</a:t>
            </a:r>
          </a:p>
        </p:txBody>
      </p:sp>
      <p:sp>
        <p:nvSpPr>
          <p:cNvPr id="32" name="CuadroTexto 31">
            <a:extLst>
              <a:ext uri="{FF2B5EF4-FFF2-40B4-BE49-F238E27FC236}">
                <a16:creationId xmlns="" xmlns:a16="http://schemas.microsoft.com/office/drawing/2014/main" id="{C418B913-889F-E672-9100-43DE747C950E}"/>
              </a:ext>
            </a:extLst>
          </p:cNvPr>
          <p:cNvSpPr txBox="1"/>
          <p:nvPr/>
        </p:nvSpPr>
        <p:spPr>
          <a:xfrm>
            <a:off x="3087753" y="3858092"/>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65</a:t>
            </a:r>
          </a:p>
        </p:txBody>
      </p:sp>
      <p:sp>
        <p:nvSpPr>
          <p:cNvPr id="33" name="CuadroTexto 32">
            <a:extLst>
              <a:ext uri="{FF2B5EF4-FFF2-40B4-BE49-F238E27FC236}">
                <a16:creationId xmlns="" xmlns:a16="http://schemas.microsoft.com/office/drawing/2014/main" id="{7040D51F-B9A5-0043-C970-5624721D7C07}"/>
              </a:ext>
            </a:extLst>
          </p:cNvPr>
          <p:cNvSpPr txBox="1"/>
          <p:nvPr/>
        </p:nvSpPr>
        <p:spPr>
          <a:xfrm>
            <a:off x="5512897" y="3846419"/>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67</a:t>
            </a:r>
          </a:p>
        </p:txBody>
      </p:sp>
      <p:sp>
        <p:nvSpPr>
          <p:cNvPr id="34" name="CuadroTexto 33">
            <a:extLst>
              <a:ext uri="{FF2B5EF4-FFF2-40B4-BE49-F238E27FC236}">
                <a16:creationId xmlns="" xmlns:a16="http://schemas.microsoft.com/office/drawing/2014/main" id="{D12CE698-D9D5-3801-E027-034FA410122A}"/>
              </a:ext>
            </a:extLst>
          </p:cNvPr>
          <p:cNvSpPr txBox="1"/>
          <p:nvPr/>
        </p:nvSpPr>
        <p:spPr>
          <a:xfrm>
            <a:off x="7871797" y="3833167"/>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68</a:t>
            </a:r>
          </a:p>
        </p:txBody>
      </p:sp>
      <p:sp>
        <p:nvSpPr>
          <p:cNvPr id="35" name="CuadroTexto 34">
            <a:extLst>
              <a:ext uri="{FF2B5EF4-FFF2-40B4-BE49-F238E27FC236}">
                <a16:creationId xmlns="" xmlns:a16="http://schemas.microsoft.com/office/drawing/2014/main" id="{01D9C0FE-BC4C-93BC-2BDA-39130A421B88}"/>
              </a:ext>
            </a:extLst>
          </p:cNvPr>
          <p:cNvSpPr txBox="1"/>
          <p:nvPr/>
        </p:nvSpPr>
        <p:spPr>
          <a:xfrm>
            <a:off x="8514534" y="3836231"/>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65</a:t>
            </a:r>
          </a:p>
        </p:txBody>
      </p:sp>
      <p:sp>
        <p:nvSpPr>
          <p:cNvPr id="36" name="CuadroTexto 35">
            <a:extLst>
              <a:ext uri="{FF2B5EF4-FFF2-40B4-BE49-F238E27FC236}">
                <a16:creationId xmlns="" xmlns:a16="http://schemas.microsoft.com/office/drawing/2014/main" id="{B791ED2C-1A67-3ACE-9239-D9D2A3CBA62A}"/>
              </a:ext>
            </a:extLst>
          </p:cNvPr>
          <p:cNvSpPr txBox="1"/>
          <p:nvPr/>
        </p:nvSpPr>
        <p:spPr>
          <a:xfrm>
            <a:off x="9283153" y="3838216"/>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75</a:t>
            </a:r>
          </a:p>
        </p:txBody>
      </p:sp>
      <p:pic>
        <p:nvPicPr>
          <p:cNvPr id="38" name="Imagen 37">
            <a:extLst>
              <a:ext uri="{FF2B5EF4-FFF2-40B4-BE49-F238E27FC236}">
                <a16:creationId xmlns="" xmlns:a16="http://schemas.microsoft.com/office/drawing/2014/main" id="{9DBC7D81-4161-7203-2429-D179F5F8EC2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0151584" y="3780159"/>
            <a:ext cx="589304" cy="677101"/>
          </a:xfrm>
          <a:prstGeom prst="rect">
            <a:avLst/>
          </a:prstGeom>
        </p:spPr>
      </p:pic>
      <p:sp>
        <p:nvSpPr>
          <p:cNvPr id="39" name="CuadroTexto 38">
            <a:extLst>
              <a:ext uri="{FF2B5EF4-FFF2-40B4-BE49-F238E27FC236}">
                <a16:creationId xmlns="" xmlns:a16="http://schemas.microsoft.com/office/drawing/2014/main" id="{EDBAAFF5-63E0-8BB9-8EAA-5A0C38CC0C4E}"/>
              </a:ext>
            </a:extLst>
          </p:cNvPr>
          <p:cNvSpPr txBox="1"/>
          <p:nvPr/>
        </p:nvSpPr>
        <p:spPr>
          <a:xfrm>
            <a:off x="3087528" y="4323533"/>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63</a:t>
            </a:r>
          </a:p>
        </p:txBody>
      </p:sp>
      <p:sp>
        <p:nvSpPr>
          <p:cNvPr id="40" name="CuadroTexto 39">
            <a:extLst>
              <a:ext uri="{FF2B5EF4-FFF2-40B4-BE49-F238E27FC236}">
                <a16:creationId xmlns="" xmlns:a16="http://schemas.microsoft.com/office/drawing/2014/main" id="{301E4F75-D0BD-F423-AEC8-C9655383E9D3}"/>
              </a:ext>
            </a:extLst>
          </p:cNvPr>
          <p:cNvSpPr txBox="1"/>
          <p:nvPr/>
        </p:nvSpPr>
        <p:spPr>
          <a:xfrm>
            <a:off x="5479771" y="4328542"/>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65</a:t>
            </a:r>
          </a:p>
        </p:txBody>
      </p:sp>
      <p:sp>
        <p:nvSpPr>
          <p:cNvPr id="41" name="CuadroTexto 40">
            <a:extLst>
              <a:ext uri="{FF2B5EF4-FFF2-40B4-BE49-F238E27FC236}">
                <a16:creationId xmlns="" xmlns:a16="http://schemas.microsoft.com/office/drawing/2014/main" id="{DFA64FC8-8FD4-87AE-4199-D46DA9AD94A0}"/>
              </a:ext>
            </a:extLst>
          </p:cNvPr>
          <p:cNvSpPr txBox="1"/>
          <p:nvPr/>
        </p:nvSpPr>
        <p:spPr>
          <a:xfrm>
            <a:off x="7865163" y="4328544"/>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67</a:t>
            </a:r>
          </a:p>
        </p:txBody>
      </p:sp>
      <p:sp>
        <p:nvSpPr>
          <p:cNvPr id="42" name="CuadroTexto 41">
            <a:extLst>
              <a:ext uri="{FF2B5EF4-FFF2-40B4-BE49-F238E27FC236}">
                <a16:creationId xmlns="" xmlns:a16="http://schemas.microsoft.com/office/drawing/2014/main" id="{A6F5452E-982B-E9BD-C93A-30ADBC8F5656}"/>
              </a:ext>
            </a:extLst>
          </p:cNvPr>
          <p:cNvSpPr txBox="1"/>
          <p:nvPr/>
        </p:nvSpPr>
        <p:spPr>
          <a:xfrm>
            <a:off x="9283149" y="4328543"/>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68</a:t>
            </a:r>
          </a:p>
        </p:txBody>
      </p:sp>
      <p:sp>
        <p:nvSpPr>
          <p:cNvPr id="43" name="CuadroTexto 42">
            <a:extLst>
              <a:ext uri="{FF2B5EF4-FFF2-40B4-BE49-F238E27FC236}">
                <a16:creationId xmlns="" xmlns:a16="http://schemas.microsoft.com/office/drawing/2014/main" id="{9BBDC03E-B266-A6D4-95A7-B4AB2F58D72A}"/>
              </a:ext>
            </a:extLst>
          </p:cNvPr>
          <p:cNvSpPr txBox="1"/>
          <p:nvPr/>
        </p:nvSpPr>
        <p:spPr>
          <a:xfrm>
            <a:off x="8501275" y="4328543"/>
            <a:ext cx="530087" cy="506292"/>
          </a:xfrm>
          <a:prstGeom prst="rect">
            <a:avLst/>
          </a:prstGeom>
          <a:noFill/>
        </p:spPr>
        <p:txBody>
          <a:bodyPr wrap="square">
            <a:spAutoFit/>
          </a:bodyPr>
          <a:lstStyle/>
          <a:p>
            <a:pPr>
              <a:lnSpc>
                <a:spcPct val="150000"/>
              </a:lnSpc>
              <a:spcAft>
                <a:spcPts val="800"/>
              </a:spcAft>
              <a:defRPr/>
            </a:pPr>
            <a:r>
              <a:rPr lang="es-ES" sz="2000" b="1" kern="100" dirty="0">
                <a:solidFill>
                  <a:prstClr val="black"/>
                </a:solidFill>
                <a:latin typeface="Cambria Math" panose="02040503050406030204" pitchFamily="18" charset="0"/>
                <a:ea typeface="Cambria Math" panose="02040503050406030204" pitchFamily="18" charset="0"/>
                <a:cs typeface="Times New Roman" panose="02020603050405020304" pitchFamily="18" charset="0"/>
              </a:rPr>
              <a:t>63</a:t>
            </a:r>
          </a:p>
        </p:txBody>
      </p:sp>
      <p:pic>
        <p:nvPicPr>
          <p:cNvPr id="44" name="Imagen 43">
            <a:extLst>
              <a:ext uri="{FF2B5EF4-FFF2-40B4-BE49-F238E27FC236}">
                <a16:creationId xmlns="" xmlns:a16="http://schemas.microsoft.com/office/drawing/2014/main" id="{D2996E57-C919-EC60-71A4-2D6B670AB2D6}"/>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1059358" y="4250611"/>
            <a:ext cx="589304" cy="677101"/>
          </a:xfrm>
          <a:prstGeom prst="rect">
            <a:avLst/>
          </a:prstGeom>
        </p:spPr>
      </p:pic>
      <p:pic>
        <p:nvPicPr>
          <p:cNvPr id="4" name="Imagen 3"/>
          <p:cNvPicPr>
            <a:picLocks noChangeAspect="1"/>
          </p:cNvPicPr>
          <p:nvPr/>
        </p:nvPicPr>
        <p:blipFill>
          <a:blip r:embed="rId6"/>
          <a:stretch>
            <a:fillRect/>
          </a:stretch>
        </p:blipFill>
        <p:spPr>
          <a:xfrm>
            <a:off x="3078790" y="439117"/>
            <a:ext cx="2630545" cy="3218484"/>
          </a:xfrm>
          <a:prstGeom prst="rect">
            <a:avLst/>
          </a:prstGeom>
        </p:spPr>
      </p:pic>
      <p:sp>
        <p:nvSpPr>
          <p:cNvPr id="47" name="Llamada ovalada 46"/>
          <p:cNvSpPr/>
          <p:nvPr/>
        </p:nvSpPr>
        <p:spPr>
          <a:xfrm>
            <a:off x="6758603" y="1442432"/>
            <a:ext cx="3054633" cy="1893194"/>
          </a:xfrm>
          <a:prstGeom prst="wedgeEllipseCallout">
            <a:avLst>
              <a:gd name="adj1" fmla="val -131718"/>
              <a:gd name="adj2" fmla="val -81724"/>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DO" sz="2000" dirty="0">
                <a:solidFill>
                  <a:prstClr val="black">
                    <a:lumMod val="95000"/>
                    <a:lumOff val="5000"/>
                  </a:prstClr>
                </a:solidFill>
                <a:latin typeface="Arial" panose="020B0604020202020204" pitchFamily="34" charset="0"/>
                <a:cs typeface="Arial" panose="020B0604020202020204" pitchFamily="34" charset="0"/>
              </a:rPr>
              <a:t>¿Cómo trabajar las calificaciones completivas, extraordinarias y especiales?</a:t>
            </a:r>
          </a:p>
        </p:txBody>
      </p:sp>
      <mc:AlternateContent xmlns:mc="http://schemas.openxmlformats.org/markup-compatibility/2006" xmlns:a14="http://schemas.microsoft.com/office/drawing/2010/main">
        <mc:Choice Requires="a14">
          <p:sp>
            <p:nvSpPr>
              <p:cNvPr id="48" name="Llamada rectangular redondeada 47"/>
              <p:cNvSpPr/>
              <p:nvPr/>
            </p:nvSpPr>
            <p:spPr>
              <a:xfrm>
                <a:off x="2788126" y="3236841"/>
                <a:ext cx="4199799" cy="891409"/>
              </a:xfrm>
              <a:prstGeom prst="wedgeRoundRectCallout">
                <a:avLst>
                  <a:gd name="adj1" fmla="val -36320"/>
                  <a:gd name="adj2" fmla="val -104786"/>
                  <a:gd name="adj3" fmla="val 16667"/>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r>
                        <a:rPr lang="es-ES" b="1" i="1">
                          <a:solidFill>
                            <a:prstClr val="black"/>
                          </a:solidFill>
                          <a:latin typeface="Cambria Math" panose="02040503050406030204" pitchFamily="18" charset="0"/>
                        </a:rPr>
                        <m:t>𝑪</m:t>
                      </m:r>
                      <m:r>
                        <a:rPr lang="es-DO" b="1">
                          <a:solidFill>
                            <a:prstClr val="black"/>
                          </a:solidFill>
                          <a:latin typeface="Cambria Math" panose="02040503050406030204" pitchFamily="18" charset="0"/>
                        </a:rPr>
                        <m:t>.</m:t>
                      </m:r>
                      <m:r>
                        <a:rPr lang="es-DO" b="1">
                          <a:solidFill>
                            <a:prstClr val="black"/>
                          </a:solidFill>
                          <a:latin typeface="Cambria Math" panose="02040503050406030204" pitchFamily="18" charset="0"/>
                        </a:rPr>
                        <m:t>𝐅</m:t>
                      </m:r>
                      <m:r>
                        <a:rPr lang="es-DO" b="1">
                          <a:solidFill>
                            <a:prstClr val="black"/>
                          </a:solidFill>
                          <a:latin typeface="Cambria Math" panose="02040503050406030204" pitchFamily="18" charset="0"/>
                        </a:rPr>
                        <m:t>.=</m:t>
                      </m:r>
                      <m:f>
                        <m:fPr>
                          <m:ctrlPr>
                            <a:rPr lang="es-ES" b="1" i="1">
                              <a:solidFill>
                                <a:prstClr val="black">
                                  <a:lumMod val="95000"/>
                                  <a:lumOff val="5000"/>
                                </a:prstClr>
                              </a:solidFill>
                              <a:latin typeface="Cambria Math" panose="02040503050406030204" pitchFamily="18" charset="0"/>
                            </a:rPr>
                          </m:ctrlPr>
                        </m:fPr>
                        <m:num>
                          <m:r>
                            <a:rPr lang="es-DO" b="1">
                              <a:solidFill>
                                <a:prstClr val="black">
                                  <a:lumMod val="95000"/>
                                  <a:lumOff val="5000"/>
                                </a:prstClr>
                              </a:solidFill>
                              <a:latin typeface="Cambria Math" panose="02040503050406030204" pitchFamily="18" charset="0"/>
                            </a:rPr>
                            <m:t>𝟖𝟎</m:t>
                          </m:r>
                          <m:r>
                            <a:rPr lang="es-ES" b="1">
                              <a:solidFill>
                                <a:prstClr val="black">
                                  <a:lumMod val="95000"/>
                                  <a:lumOff val="5000"/>
                                </a:prstClr>
                              </a:solidFill>
                              <a:latin typeface="Cambria Math" panose="02040503050406030204" pitchFamily="18" charset="0"/>
                            </a:rPr>
                            <m:t>+</m:t>
                          </m:r>
                          <m:r>
                            <a:rPr lang="es-DO" b="1">
                              <a:solidFill>
                                <a:prstClr val="black">
                                  <a:lumMod val="95000"/>
                                  <a:lumOff val="5000"/>
                                </a:prstClr>
                              </a:solidFill>
                              <a:latin typeface="Cambria Math" panose="02040503050406030204" pitchFamily="18" charset="0"/>
                            </a:rPr>
                            <m:t>𝟖𝟑</m:t>
                          </m:r>
                          <m:r>
                            <a:rPr lang="es-ES" b="1">
                              <a:solidFill>
                                <a:prstClr val="black">
                                  <a:lumMod val="95000"/>
                                  <a:lumOff val="5000"/>
                                </a:prstClr>
                              </a:solidFill>
                              <a:latin typeface="Cambria Math" panose="02040503050406030204" pitchFamily="18" charset="0"/>
                            </a:rPr>
                            <m:t>+</m:t>
                          </m:r>
                          <m:r>
                            <a:rPr lang="es-DO" b="1">
                              <a:solidFill>
                                <a:prstClr val="black">
                                  <a:lumMod val="95000"/>
                                  <a:lumOff val="5000"/>
                                </a:prstClr>
                              </a:solidFill>
                              <a:latin typeface="Cambria Math" panose="02040503050406030204" pitchFamily="18" charset="0"/>
                            </a:rPr>
                            <m:t>𝟖𝟓</m:t>
                          </m:r>
                          <m:r>
                            <a:rPr lang="es-ES" b="1">
                              <a:solidFill>
                                <a:prstClr val="black">
                                  <a:lumMod val="95000"/>
                                  <a:lumOff val="5000"/>
                                </a:prstClr>
                              </a:solidFill>
                              <a:latin typeface="Cambria Math" panose="02040503050406030204" pitchFamily="18" charset="0"/>
                            </a:rPr>
                            <m:t>+</m:t>
                          </m:r>
                          <m:r>
                            <a:rPr lang="es-DO" b="1" i="1">
                              <a:solidFill>
                                <a:prstClr val="black">
                                  <a:lumMod val="95000"/>
                                  <a:lumOff val="5000"/>
                                </a:prstClr>
                              </a:solidFill>
                              <a:latin typeface="Cambria Math" panose="02040503050406030204" pitchFamily="18" charset="0"/>
                            </a:rPr>
                            <m:t>𝟖𝟒</m:t>
                          </m:r>
                        </m:num>
                        <m:den>
                          <m:r>
                            <a:rPr lang="es-ES" b="1">
                              <a:solidFill>
                                <a:prstClr val="black">
                                  <a:lumMod val="95000"/>
                                  <a:lumOff val="5000"/>
                                </a:prstClr>
                              </a:solidFill>
                              <a:latin typeface="Cambria Math" panose="02040503050406030204" pitchFamily="18" charset="0"/>
                            </a:rPr>
                            <m:t>𝟒</m:t>
                          </m:r>
                        </m:den>
                      </m:f>
                      <m:r>
                        <a:rPr lang="es-ES" b="1">
                          <a:solidFill>
                            <a:prstClr val="black"/>
                          </a:solidFill>
                          <a:latin typeface="Cambria Math" panose="02040503050406030204" pitchFamily="18" charset="0"/>
                        </a:rPr>
                        <m:t>=</m:t>
                      </m:r>
                      <m:f>
                        <m:fPr>
                          <m:ctrlPr>
                            <a:rPr lang="es-ES" b="1" i="1">
                              <a:solidFill>
                                <a:prstClr val="black">
                                  <a:lumMod val="95000"/>
                                  <a:lumOff val="5000"/>
                                </a:prstClr>
                              </a:solidFill>
                              <a:latin typeface="Cambria Math" panose="02040503050406030204" pitchFamily="18" charset="0"/>
                            </a:rPr>
                          </m:ctrlPr>
                        </m:fPr>
                        <m:num>
                          <m:r>
                            <a:rPr lang="es-ES" b="1" i="1">
                              <a:solidFill>
                                <a:prstClr val="black">
                                  <a:lumMod val="95000"/>
                                  <a:lumOff val="5000"/>
                                </a:prstClr>
                              </a:solidFill>
                              <a:latin typeface="Cambria Math" panose="02040503050406030204" pitchFamily="18" charset="0"/>
                            </a:rPr>
                            <m:t>𝟑</m:t>
                          </m:r>
                          <m:r>
                            <a:rPr lang="es-DO" b="1" i="1">
                              <a:solidFill>
                                <a:prstClr val="black">
                                  <a:lumMod val="95000"/>
                                  <a:lumOff val="5000"/>
                                </a:prstClr>
                              </a:solidFill>
                              <a:latin typeface="Cambria Math" panose="02040503050406030204" pitchFamily="18" charset="0"/>
                            </a:rPr>
                            <m:t>𝟑𝟐</m:t>
                          </m:r>
                        </m:num>
                        <m:den>
                          <m:r>
                            <a:rPr lang="es-ES" b="1">
                              <a:solidFill>
                                <a:prstClr val="black">
                                  <a:lumMod val="95000"/>
                                  <a:lumOff val="5000"/>
                                </a:prstClr>
                              </a:solidFill>
                              <a:latin typeface="Cambria Math" panose="02040503050406030204" pitchFamily="18" charset="0"/>
                            </a:rPr>
                            <m:t>𝟒</m:t>
                          </m:r>
                        </m:den>
                      </m:f>
                      <m:r>
                        <a:rPr lang="es-DO" b="1" i="1">
                          <a:solidFill>
                            <a:prstClr val="black">
                              <a:lumMod val="95000"/>
                              <a:lumOff val="5000"/>
                            </a:prstClr>
                          </a:solidFill>
                          <a:latin typeface="Cambria Math" panose="02040503050406030204" pitchFamily="18" charset="0"/>
                        </a:rPr>
                        <m:t>=</m:t>
                      </m:r>
                      <m:r>
                        <a:rPr lang="es-DO" b="1" i="1">
                          <a:solidFill>
                            <a:prstClr val="black">
                              <a:lumMod val="95000"/>
                              <a:lumOff val="5000"/>
                            </a:prstClr>
                          </a:solidFill>
                          <a:latin typeface="Cambria Math" panose="02040503050406030204" pitchFamily="18" charset="0"/>
                        </a:rPr>
                        <m:t>𝟖𝟑</m:t>
                      </m:r>
                    </m:oMath>
                  </m:oMathPara>
                </a14:m>
                <a:endParaRPr lang="es-DO" dirty="0">
                  <a:solidFill>
                    <a:prstClr val="white"/>
                  </a:solidFill>
                </a:endParaRPr>
              </a:p>
            </p:txBody>
          </p:sp>
        </mc:Choice>
        <mc:Fallback xmlns="">
          <p:sp>
            <p:nvSpPr>
              <p:cNvPr id="48" name="Llamada rectangular redondeada 47"/>
              <p:cNvSpPr>
                <a:spLocks noRot="1" noChangeAspect="1" noMove="1" noResize="1" noEditPoints="1" noAdjustHandles="1" noChangeArrowheads="1" noChangeShapeType="1" noTextEdit="1"/>
              </p:cNvSpPr>
              <p:nvPr/>
            </p:nvSpPr>
            <p:spPr>
              <a:xfrm>
                <a:off x="2788126" y="3236841"/>
                <a:ext cx="4199799" cy="891409"/>
              </a:xfrm>
              <a:prstGeom prst="wedgeRoundRectCallout">
                <a:avLst>
                  <a:gd name="adj1" fmla="val -36320"/>
                  <a:gd name="adj2" fmla="val -104786"/>
                  <a:gd name="adj3" fmla="val 16667"/>
                </a:avLst>
              </a:prstGeom>
              <a:blipFill rotWithShape="0">
                <a:blip r:embed="rId7"/>
                <a:stretch>
                  <a:fillRect/>
                </a:stretch>
              </a:blipFill>
            </p:spPr>
            <p:txBody>
              <a:bodyPr/>
              <a:lstStyle/>
              <a:p>
                <a:r>
                  <a:rPr lang="es-DO">
                    <a:noFill/>
                  </a:rPr>
                  <a:t> </a:t>
                </a:r>
              </a:p>
            </p:txBody>
          </p:sp>
        </mc:Fallback>
      </mc:AlternateContent>
    </p:spTree>
    <p:extLst>
      <p:ext uri="{BB962C8B-B14F-4D97-AF65-F5344CB8AC3E}">
        <p14:creationId xmlns:p14="http://schemas.microsoft.com/office/powerpoint/2010/main" val="238109952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7"/>
                                        </p:tgtEl>
                                        <p:attrNameLst>
                                          <p:attrName>style.visibility</p:attrName>
                                        </p:attrNameLst>
                                      </p:cBhvr>
                                      <p:to>
                                        <p:strVal val="visible"/>
                                      </p:to>
                                    </p:set>
                                    <p:anim calcmode="lin" valueType="num">
                                      <p:cBhvr>
                                        <p:cTn id="14" dur="500" fill="hold"/>
                                        <p:tgtEl>
                                          <p:spTgt spid="47"/>
                                        </p:tgtEl>
                                        <p:attrNameLst>
                                          <p:attrName>ppt_w</p:attrName>
                                        </p:attrNameLst>
                                      </p:cBhvr>
                                      <p:tavLst>
                                        <p:tav tm="0">
                                          <p:val>
                                            <p:fltVal val="0"/>
                                          </p:val>
                                        </p:tav>
                                        <p:tav tm="100000">
                                          <p:val>
                                            <p:strVal val="#ppt_w"/>
                                          </p:val>
                                        </p:tav>
                                      </p:tavLst>
                                    </p:anim>
                                    <p:anim calcmode="lin" valueType="num">
                                      <p:cBhvr>
                                        <p:cTn id="15" dur="500" fill="hold"/>
                                        <p:tgtEl>
                                          <p:spTgt spid="47"/>
                                        </p:tgtEl>
                                        <p:attrNameLst>
                                          <p:attrName>ppt_h</p:attrName>
                                        </p:attrNameLst>
                                      </p:cBhvr>
                                      <p:tavLst>
                                        <p:tav tm="0">
                                          <p:val>
                                            <p:fltVal val="0"/>
                                          </p:val>
                                        </p:tav>
                                        <p:tav tm="100000">
                                          <p:val>
                                            <p:strVal val="#ppt_h"/>
                                          </p:val>
                                        </p:tav>
                                      </p:tavLst>
                                    </p:anim>
                                    <p:animEffect transition="in" filter="fade">
                                      <p:cBhvr>
                                        <p:cTn id="16" dur="500"/>
                                        <p:tgtEl>
                                          <p:spTgt spid="4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0"/>
                                          </p:stCondLst>
                                        </p:cTn>
                                        <p:tgtEl>
                                          <p:spTgt spid="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1" nodeType="clickEffect">
                                  <p:stCondLst>
                                    <p:cond delay="0"/>
                                  </p:stCondLst>
                                  <p:childTnLst>
                                    <p:set>
                                      <p:cBhvr>
                                        <p:cTn id="24" dur="1" fill="hold">
                                          <p:stCondLst>
                                            <p:cond delay="0"/>
                                          </p:stCondLst>
                                        </p:cTn>
                                        <p:tgtEl>
                                          <p:spTgt spid="4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500" fill="hold"/>
                                        <p:tgtEl>
                                          <p:spTgt spid="3"/>
                                        </p:tgtEl>
                                        <p:attrNameLst>
                                          <p:attrName>ppt_w</p:attrName>
                                        </p:attrNameLst>
                                      </p:cBhvr>
                                      <p:tavLst>
                                        <p:tav tm="0">
                                          <p:val>
                                            <p:fltVal val="0"/>
                                          </p:val>
                                        </p:tav>
                                        <p:tav tm="100000">
                                          <p:val>
                                            <p:strVal val="#ppt_w"/>
                                          </p:val>
                                        </p:tav>
                                      </p:tavLst>
                                    </p:anim>
                                    <p:anim calcmode="lin" valueType="num">
                                      <p:cBhvr>
                                        <p:cTn id="30" dur="500" fill="hold"/>
                                        <p:tgtEl>
                                          <p:spTgt spid="3"/>
                                        </p:tgtEl>
                                        <p:attrNameLst>
                                          <p:attrName>ppt_h</p:attrName>
                                        </p:attrNameLst>
                                      </p:cBhvr>
                                      <p:tavLst>
                                        <p:tav tm="0">
                                          <p:val>
                                            <p:fltVal val="0"/>
                                          </p:val>
                                        </p:tav>
                                        <p:tav tm="100000">
                                          <p:val>
                                            <p:strVal val="#ppt_h"/>
                                          </p:val>
                                        </p:tav>
                                      </p:tavLst>
                                    </p:anim>
                                    <p:animEffect transition="in" filter="fade">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48"/>
                                        </p:tgtEl>
                                        <p:attrNameLst>
                                          <p:attrName>style.visibility</p:attrName>
                                        </p:attrNameLst>
                                      </p:cBhvr>
                                      <p:to>
                                        <p:strVal val="visible"/>
                                      </p:to>
                                    </p:set>
                                    <p:anim calcmode="lin" valueType="num">
                                      <p:cBhvr>
                                        <p:cTn id="56" dur="500" fill="hold"/>
                                        <p:tgtEl>
                                          <p:spTgt spid="48"/>
                                        </p:tgtEl>
                                        <p:attrNameLst>
                                          <p:attrName>ppt_w</p:attrName>
                                        </p:attrNameLst>
                                      </p:cBhvr>
                                      <p:tavLst>
                                        <p:tav tm="0">
                                          <p:val>
                                            <p:fltVal val="0"/>
                                          </p:val>
                                        </p:tav>
                                        <p:tav tm="100000">
                                          <p:val>
                                            <p:strVal val="#ppt_w"/>
                                          </p:val>
                                        </p:tav>
                                      </p:tavLst>
                                    </p:anim>
                                    <p:anim calcmode="lin" valueType="num">
                                      <p:cBhvr>
                                        <p:cTn id="57" dur="500" fill="hold"/>
                                        <p:tgtEl>
                                          <p:spTgt spid="48"/>
                                        </p:tgtEl>
                                        <p:attrNameLst>
                                          <p:attrName>ppt_h</p:attrName>
                                        </p:attrNameLst>
                                      </p:cBhvr>
                                      <p:tavLst>
                                        <p:tav tm="0">
                                          <p:val>
                                            <p:fltVal val="0"/>
                                          </p:val>
                                        </p:tav>
                                        <p:tav tm="100000">
                                          <p:val>
                                            <p:strVal val="#ppt_h"/>
                                          </p:val>
                                        </p:tav>
                                      </p:tavLst>
                                    </p:anim>
                                    <p:animEffect transition="in" filter="fade">
                                      <p:cBhvr>
                                        <p:cTn id="58" dur="500"/>
                                        <p:tgtEl>
                                          <p:spTgt spid="48"/>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48"/>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18"/>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2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3"/>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4"/>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25"/>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26"/>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8"/>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29"/>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3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31"/>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32"/>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33"/>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34"/>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35"/>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36"/>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nodeType="clickEffect">
                                  <p:stCondLst>
                                    <p:cond delay="0"/>
                                  </p:stCondLst>
                                  <p:childTnLst>
                                    <p:set>
                                      <p:cBhvr>
                                        <p:cTn id="174" dur="1" fill="hold">
                                          <p:stCondLst>
                                            <p:cond delay="0"/>
                                          </p:stCondLst>
                                        </p:cTn>
                                        <p:tgtEl>
                                          <p:spTgt spid="38"/>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39"/>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40"/>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41"/>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43"/>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42"/>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nodeType="clickEffect">
                                  <p:stCondLst>
                                    <p:cond delay="0"/>
                                  </p:stCondLst>
                                  <p:childTnLst>
                                    <p:set>
                                      <p:cBhvr>
                                        <p:cTn id="19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p:bldP spid="39" grpId="0"/>
      <p:bldP spid="40" grpId="0"/>
      <p:bldP spid="41" grpId="0"/>
      <p:bldP spid="42" grpId="0"/>
      <p:bldP spid="43" grpId="0"/>
      <p:bldP spid="47" grpId="0" animBg="1"/>
      <p:bldP spid="47" grpId="1" animBg="1"/>
      <p:bldP spid="48" grpId="0" animBg="1"/>
      <p:bldP spid="48"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3178D895-B719-F246-E319-08418D1AF08F}"/>
              </a:ext>
            </a:extLst>
          </p:cNvPr>
          <p:cNvSpPr txBox="1"/>
          <p:nvPr/>
        </p:nvSpPr>
        <p:spPr>
          <a:xfrm>
            <a:off x="809625" y="394496"/>
            <a:ext cx="10401300" cy="523220"/>
          </a:xfrm>
          <a:prstGeom prst="rect">
            <a:avLst/>
          </a:prstGeom>
          <a:noFill/>
        </p:spPr>
        <p:txBody>
          <a:bodyPr wrap="square">
            <a:spAutoFit/>
          </a:bodyPr>
          <a:lstStyle/>
          <a:p>
            <a:r>
              <a:rPr lang="es-DO" sz="2800" b="1" dirty="0">
                <a:solidFill>
                  <a:prstClr val="black"/>
                </a:solidFill>
                <a:latin typeface="Times New Roman" panose="02020603050405020304" pitchFamily="18" charset="0"/>
                <a:ea typeface="Aptos" panose="020B0004020202020204" pitchFamily="34" charset="0"/>
              </a:rPr>
              <a:t>Situaciones Encontradas en el Registro  en el año escolar </a:t>
            </a:r>
            <a:r>
              <a:rPr lang="es-DO" sz="2800" b="1" dirty="0" smtClean="0">
                <a:solidFill>
                  <a:prstClr val="black"/>
                </a:solidFill>
                <a:latin typeface="Times New Roman" panose="02020603050405020304" pitchFamily="18" charset="0"/>
                <a:ea typeface="Aptos" panose="020B0004020202020204" pitchFamily="34" charset="0"/>
              </a:rPr>
              <a:t>2023-2024</a:t>
            </a:r>
            <a:endParaRPr lang="es-DO" sz="2800" b="1" dirty="0">
              <a:solidFill>
                <a:prstClr val="black"/>
              </a:solidFill>
            </a:endParaRPr>
          </a:p>
        </p:txBody>
      </p:sp>
      <p:graphicFrame>
        <p:nvGraphicFramePr>
          <p:cNvPr id="4" name="Tabla 3">
            <a:extLst>
              <a:ext uri="{FF2B5EF4-FFF2-40B4-BE49-F238E27FC236}">
                <a16:creationId xmlns:a16="http://schemas.microsoft.com/office/drawing/2014/main" xmlns="" id="{740BD466-B7F5-B839-4DE0-5405F273A319}"/>
              </a:ext>
            </a:extLst>
          </p:cNvPr>
          <p:cNvGraphicFramePr>
            <a:graphicFrameLocks noGrp="1"/>
          </p:cNvGraphicFramePr>
          <p:nvPr>
            <p:extLst/>
          </p:nvPr>
        </p:nvGraphicFramePr>
        <p:xfrm>
          <a:off x="457199" y="1090499"/>
          <a:ext cx="11430001" cy="5675757"/>
        </p:xfrm>
        <a:graphic>
          <a:graphicData uri="http://schemas.openxmlformats.org/drawingml/2006/table">
            <a:tbl>
              <a:tblPr/>
              <a:tblGrid>
                <a:gridCol w="5595871">
                  <a:extLst>
                    <a:ext uri="{9D8B030D-6E8A-4147-A177-3AD203B41FA5}">
                      <a16:colId xmlns:a16="http://schemas.microsoft.com/office/drawing/2014/main" xmlns="" val="122115945"/>
                    </a:ext>
                  </a:extLst>
                </a:gridCol>
                <a:gridCol w="3503054">
                  <a:extLst>
                    <a:ext uri="{9D8B030D-6E8A-4147-A177-3AD203B41FA5}">
                      <a16:colId xmlns:a16="http://schemas.microsoft.com/office/drawing/2014/main" xmlns="" val="3240063045"/>
                    </a:ext>
                  </a:extLst>
                </a:gridCol>
                <a:gridCol w="2331076">
                  <a:extLst>
                    <a:ext uri="{9D8B030D-6E8A-4147-A177-3AD203B41FA5}">
                      <a16:colId xmlns:a16="http://schemas.microsoft.com/office/drawing/2014/main" xmlns="" val="3566947064"/>
                    </a:ext>
                  </a:extLst>
                </a:gridCol>
              </a:tblGrid>
              <a:tr h="138652">
                <a:tc>
                  <a:txBody>
                    <a:bodyPr/>
                    <a:lstStyle/>
                    <a:p>
                      <a:pPr marL="457200" algn="ctr">
                        <a:lnSpc>
                          <a:spcPct val="106000"/>
                        </a:lnSpc>
                        <a:spcAft>
                          <a:spcPts val="800"/>
                        </a:spcAft>
                      </a:pPr>
                      <a:r>
                        <a:rPr lang="es-DO" sz="18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Situación </a:t>
                      </a:r>
                      <a:endParaRPr lang="es-DO" sz="18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9050" cap="flat" cmpd="sng" algn="ctr">
                      <a:solidFill>
                        <a:srgbClr val="A8D08D"/>
                      </a:solidFill>
                      <a:prstDash val="solid"/>
                      <a:round/>
                      <a:headEnd type="none" w="med" len="med"/>
                      <a:tailEnd type="none" w="med" len="med"/>
                    </a:lnB>
                  </a:tcPr>
                </a:tc>
                <a:tc>
                  <a:txBody>
                    <a:bodyPr/>
                    <a:lstStyle/>
                    <a:p>
                      <a:pPr>
                        <a:lnSpc>
                          <a:spcPct val="106000"/>
                        </a:lnSpc>
                        <a:spcAft>
                          <a:spcPts val="800"/>
                        </a:spcAft>
                      </a:pPr>
                      <a:r>
                        <a:rPr lang="es-DO" sz="2000" b="1"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Artículos de la Ordenanza  </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9050" cap="flat" cmpd="sng" algn="ctr">
                      <a:solidFill>
                        <a:srgbClr val="A8D08D"/>
                      </a:solidFill>
                      <a:prstDash val="solid"/>
                      <a:round/>
                      <a:headEnd type="none" w="med" len="med"/>
                      <a:tailEnd type="none" w="med" len="med"/>
                    </a:lnB>
                  </a:tcPr>
                </a:tc>
                <a:tc>
                  <a:txBody>
                    <a:bodyPr/>
                    <a:lstStyle/>
                    <a:p>
                      <a:pPr marL="457200">
                        <a:lnSpc>
                          <a:spcPct val="106000"/>
                        </a:lnSpc>
                        <a:spcAft>
                          <a:spcPts val="800"/>
                        </a:spcAft>
                      </a:pPr>
                      <a:r>
                        <a:rPr lang="es-DO" sz="2000" b="1" kern="0" dirty="0" smtClean="0">
                          <a:solidFill>
                            <a:srgbClr val="000000"/>
                          </a:solidFill>
                          <a:effectLst/>
                          <a:latin typeface="Arial" panose="020B0604020202020204" pitchFamily="34" charset="0"/>
                          <a:ea typeface="Times New Roman" panose="02020603050405020304" pitchFamily="18" charset="0"/>
                          <a:cs typeface="Arial" panose="020B0604020202020204" pitchFamily="34" charset="0"/>
                        </a:rPr>
                        <a:t>Soluciones</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9050" cap="flat" cmpd="sng" algn="ctr">
                      <a:solidFill>
                        <a:srgbClr val="A8D08D"/>
                      </a:solidFill>
                      <a:prstDash val="solid"/>
                      <a:round/>
                      <a:headEnd type="none" w="med" len="med"/>
                      <a:tailEnd type="none" w="med" len="med"/>
                    </a:lnB>
                  </a:tcPr>
                </a:tc>
                <a:extLst>
                  <a:ext uri="{0D108BD9-81ED-4DB2-BD59-A6C34878D82A}">
                    <a16:rowId xmlns:a16="http://schemas.microsoft.com/office/drawing/2014/main" xmlns="" val="3487795637"/>
                  </a:ext>
                </a:extLst>
              </a:tr>
              <a:tr h="365125">
                <a:tc>
                  <a:txBody>
                    <a:bodyPr/>
                    <a:lstStyle/>
                    <a:p>
                      <a:pPr algn="just">
                        <a:lnSpc>
                          <a:spcPct val="106000"/>
                        </a:lnSpc>
                        <a:spcAft>
                          <a:spcPts val="800"/>
                        </a:spcAft>
                      </a:pPr>
                      <a:r>
                        <a:rPr lang="es-DO" sz="19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Consignación de una sola calificación por asignatura </a:t>
                      </a:r>
                      <a:endParaRPr lang="es-DO" sz="19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905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solidFill>
                      <a:srgbClr val="E2EFD9"/>
                    </a:solidFill>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905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solidFill>
                      <a:srgbClr val="E2EFD9"/>
                    </a:solidFill>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905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solidFill>
                      <a:srgbClr val="E2EFD9"/>
                    </a:solidFill>
                  </a:tcPr>
                </a:tc>
                <a:extLst>
                  <a:ext uri="{0D108BD9-81ED-4DB2-BD59-A6C34878D82A}">
                    <a16:rowId xmlns:a16="http://schemas.microsoft.com/office/drawing/2014/main" xmlns="" val="3230524290"/>
                  </a:ext>
                </a:extLst>
              </a:tr>
              <a:tr h="422275">
                <a:tc>
                  <a:txBody>
                    <a:bodyPr/>
                    <a:lstStyle/>
                    <a:p>
                      <a:pPr algn="just">
                        <a:lnSpc>
                          <a:spcPct val="106000"/>
                        </a:lnSpc>
                        <a:spcAft>
                          <a:spcPts val="800"/>
                        </a:spcAft>
                      </a:pPr>
                      <a:r>
                        <a:rPr lang="es-DO" sz="19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2. Registro de calificaciones a un solo bloque de competencias por período</a:t>
                      </a:r>
                      <a:endParaRPr lang="es-DO" sz="19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extLst>
                  <a:ext uri="{0D108BD9-81ED-4DB2-BD59-A6C34878D82A}">
                    <a16:rowId xmlns:a16="http://schemas.microsoft.com/office/drawing/2014/main" xmlns="" val="2276912141"/>
                  </a:ext>
                </a:extLst>
              </a:tr>
              <a:tr h="248285">
                <a:tc>
                  <a:txBody>
                    <a:bodyPr/>
                    <a:lstStyle/>
                    <a:p>
                      <a:pPr algn="just">
                        <a:lnSpc>
                          <a:spcPct val="106000"/>
                        </a:lnSpc>
                        <a:spcAft>
                          <a:spcPts val="800"/>
                        </a:spcAft>
                      </a:pPr>
                      <a:r>
                        <a:rPr lang="es-DO" sz="19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3. Ausencia de la recuperación pedagógica en los períodos transcurridos</a:t>
                      </a:r>
                      <a:endParaRPr lang="es-DO" sz="19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solidFill>
                      <a:srgbClr val="E2EFD9"/>
                    </a:solidFill>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solidFill>
                      <a:srgbClr val="E2EFD9"/>
                    </a:solidFill>
                  </a:tcPr>
                </a:tc>
                <a:tc>
                  <a:txBody>
                    <a:bodyPr/>
                    <a:lstStyle/>
                    <a:p>
                      <a:pPr marL="457200" algn="just">
                        <a:lnSpc>
                          <a:spcPct val="106000"/>
                        </a:lnSpc>
                        <a:spcAft>
                          <a:spcPts val="800"/>
                        </a:spcAft>
                      </a:pPr>
                      <a:r>
                        <a:rPr lang="es-DO" sz="1600" b="1" kern="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solidFill>
                      <a:srgbClr val="E2EFD9"/>
                    </a:solidFill>
                  </a:tcPr>
                </a:tc>
                <a:extLst>
                  <a:ext uri="{0D108BD9-81ED-4DB2-BD59-A6C34878D82A}">
                    <a16:rowId xmlns:a16="http://schemas.microsoft.com/office/drawing/2014/main" xmlns="" val="2762174361"/>
                  </a:ext>
                </a:extLst>
              </a:tr>
              <a:tr h="0">
                <a:tc>
                  <a:txBody>
                    <a:bodyPr/>
                    <a:lstStyle/>
                    <a:p>
                      <a:pPr algn="just">
                        <a:lnSpc>
                          <a:spcPct val="106000"/>
                        </a:lnSpc>
                        <a:spcAft>
                          <a:spcPts val="800"/>
                        </a:spcAft>
                      </a:pPr>
                      <a:r>
                        <a:rPr lang="es-DO" sz="19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4. Consignación de las cuatro calificaciones parciales por período y los promedios de los bloques de competencias</a:t>
                      </a:r>
                      <a:endParaRPr lang="es-DO" sz="19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extLst>
                  <a:ext uri="{0D108BD9-81ED-4DB2-BD59-A6C34878D82A}">
                    <a16:rowId xmlns:a16="http://schemas.microsoft.com/office/drawing/2014/main" xmlns="" val="3145443910"/>
                  </a:ext>
                </a:extLst>
              </a:tr>
              <a:tr h="0">
                <a:tc>
                  <a:txBody>
                    <a:bodyPr/>
                    <a:lstStyle/>
                    <a:p>
                      <a:pPr algn="just">
                        <a:lnSpc>
                          <a:spcPct val="106000"/>
                        </a:lnSpc>
                        <a:spcAft>
                          <a:spcPts val="800"/>
                        </a:spcAft>
                      </a:pPr>
                      <a:r>
                        <a:rPr lang="es-DO" sz="1900" kern="0">
                          <a:solidFill>
                            <a:srgbClr val="000000"/>
                          </a:solidFill>
                          <a:effectLst/>
                          <a:latin typeface="Arial" panose="020B0604020202020204" pitchFamily="34" charset="0"/>
                          <a:ea typeface="Times New Roman" panose="02020603050405020304" pitchFamily="18" charset="0"/>
                          <a:cs typeface="Arial" panose="020B0604020202020204" pitchFamily="34" charset="0"/>
                        </a:rPr>
                        <a:t>5.Consignaciòn en la casilla de la Recuperación pedagógica la calificación literal. Sin la sumatoria.</a:t>
                      </a:r>
                      <a:endParaRPr lang="es-DO" sz="1900" kern="10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extLst>
                  <a:ext uri="{0D108BD9-81ED-4DB2-BD59-A6C34878D82A}">
                    <a16:rowId xmlns:a16="http://schemas.microsoft.com/office/drawing/2014/main" xmlns="" val="1434346041"/>
                  </a:ext>
                </a:extLst>
              </a:tr>
              <a:tr h="0">
                <a:tc>
                  <a:txBody>
                    <a:bodyPr/>
                    <a:lstStyle/>
                    <a:p>
                      <a:pPr algn="just">
                        <a:lnSpc>
                          <a:spcPct val="106000"/>
                        </a:lnSpc>
                        <a:spcAft>
                          <a:spcPts val="800"/>
                        </a:spcAft>
                      </a:pPr>
                      <a:r>
                        <a:rPr lang="es-DO" sz="19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6. Ausencia de calificaciones y consignaciones entre cero y 15.</a:t>
                      </a:r>
                      <a:endParaRPr lang="es-DO" sz="19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extLst>
                  <a:ext uri="{0D108BD9-81ED-4DB2-BD59-A6C34878D82A}">
                    <a16:rowId xmlns:a16="http://schemas.microsoft.com/office/drawing/2014/main" xmlns="" val="2123711238"/>
                  </a:ext>
                </a:extLst>
              </a:tr>
              <a:tr h="0">
                <a:tc>
                  <a:txBody>
                    <a:bodyPr/>
                    <a:lstStyle/>
                    <a:p>
                      <a:pPr algn="just">
                        <a:lnSpc>
                          <a:spcPct val="106000"/>
                        </a:lnSpc>
                        <a:spcAft>
                          <a:spcPts val="800"/>
                        </a:spcAft>
                      </a:pPr>
                      <a:r>
                        <a:rPr lang="es-DO" sz="19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7. Secciones con un alto porcentaje de estudiantes en recuperación pedagógica que no han sido consignadas.</a:t>
                      </a:r>
                      <a:endParaRPr lang="es-DO" sz="19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extLst>
                  <a:ext uri="{0D108BD9-81ED-4DB2-BD59-A6C34878D82A}">
                    <a16:rowId xmlns:a16="http://schemas.microsoft.com/office/drawing/2014/main" xmlns="" val="595708393"/>
                  </a:ext>
                </a:extLst>
              </a:tr>
              <a:tr h="0">
                <a:tc>
                  <a:txBody>
                    <a:bodyPr/>
                    <a:lstStyle/>
                    <a:p>
                      <a:pPr algn="just">
                        <a:lnSpc>
                          <a:spcPct val="106000"/>
                        </a:lnSpc>
                        <a:spcAft>
                          <a:spcPts val="800"/>
                        </a:spcAft>
                      </a:pPr>
                      <a:r>
                        <a:rPr lang="es-DO" sz="19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8. Entrega de informes de aprendizajes sin la recuperación pedagógica en el tiempo oportuno.</a:t>
                      </a:r>
                      <a:endParaRPr lang="es-DO" sz="19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tc>
                  <a:txBody>
                    <a:bodyPr/>
                    <a:lstStyle/>
                    <a:p>
                      <a:pPr marL="457200" algn="just">
                        <a:lnSpc>
                          <a:spcPct val="106000"/>
                        </a:lnSpc>
                        <a:spcAft>
                          <a:spcPts val="800"/>
                        </a:spcAft>
                      </a:pPr>
                      <a:r>
                        <a:rPr lang="es-DO" sz="1600" b="1" kern="0" dirty="0">
                          <a:solidFill>
                            <a:srgbClr val="53813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9525" marB="0">
                    <a:lnL w="12700" cap="flat" cmpd="sng" algn="ctr">
                      <a:solidFill>
                        <a:srgbClr val="A8D08D"/>
                      </a:solidFill>
                      <a:prstDash val="solid"/>
                      <a:round/>
                      <a:headEnd type="none" w="med" len="med"/>
                      <a:tailEnd type="none" w="med" len="med"/>
                    </a:lnL>
                    <a:lnR w="12700" cap="flat" cmpd="sng" algn="ctr">
                      <a:solidFill>
                        <a:srgbClr val="A8D08D"/>
                      </a:solidFill>
                      <a:prstDash val="solid"/>
                      <a:round/>
                      <a:headEnd type="none" w="med" len="med"/>
                      <a:tailEnd type="none" w="med" len="med"/>
                    </a:lnR>
                    <a:lnT w="12700" cap="flat" cmpd="sng" algn="ctr">
                      <a:solidFill>
                        <a:srgbClr val="A8D08D"/>
                      </a:solidFill>
                      <a:prstDash val="solid"/>
                      <a:round/>
                      <a:headEnd type="none" w="med" len="med"/>
                      <a:tailEnd type="none" w="med" len="med"/>
                    </a:lnT>
                    <a:lnB w="12700" cap="flat" cmpd="sng" algn="ctr">
                      <a:solidFill>
                        <a:srgbClr val="A8D08D"/>
                      </a:solidFill>
                      <a:prstDash val="solid"/>
                      <a:round/>
                      <a:headEnd type="none" w="med" len="med"/>
                      <a:tailEnd type="none" w="med" len="med"/>
                    </a:lnB>
                  </a:tcPr>
                </a:tc>
                <a:extLst>
                  <a:ext uri="{0D108BD9-81ED-4DB2-BD59-A6C34878D82A}">
                    <a16:rowId xmlns:a16="http://schemas.microsoft.com/office/drawing/2014/main" xmlns="" val="2522855781"/>
                  </a:ext>
                </a:extLst>
              </a:tr>
            </a:tbl>
          </a:graphicData>
        </a:graphic>
      </p:graphicFrame>
    </p:spTree>
    <p:extLst>
      <p:ext uri="{BB962C8B-B14F-4D97-AF65-F5344CB8AC3E}">
        <p14:creationId xmlns:p14="http://schemas.microsoft.com/office/powerpoint/2010/main" val="27419602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xmlns="" id="{9F7D5CDA-D291-4307-BF55-1381FED2963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15" name="Picture 4" descr="Bombillas blancas con una amarilla que sobresale">
            <a:extLst>
              <a:ext uri="{FF2B5EF4-FFF2-40B4-BE49-F238E27FC236}">
                <a16:creationId xmlns:a16="http://schemas.microsoft.com/office/drawing/2014/main" xmlns="" id="{4122DCBC-C229-A637-EBBF-1A28CB161BAD}"/>
              </a:ext>
            </a:extLst>
          </p:cNvPr>
          <p:cNvPicPr>
            <a:picLocks noChangeAspect="1"/>
          </p:cNvPicPr>
          <p:nvPr/>
        </p:nvPicPr>
        <p:blipFill rotWithShape="1">
          <a:blip r:embed="rId2"/>
          <a:srcRect l="12432" r="28302" b="-1"/>
          <a:stretch/>
        </p:blipFill>
        <p:spPr>
          <a:xfrm>
            <a:off x="6886575" y="10"/>
            <a:ext cx="5305423" cy="6857990"/>
          </a:xfrm>
          <a:prstGeom prst="rect">
            <a:avLst/>
          </a:prstGeom>
        </p:spPr>
      </p:pic>
      <p:sp useBgFill="1">
        <p:nvSpPr>
          <p:cNvPr id="16" name="Rectangle 10">
            <a:extLst>
              <a:ext uri="{FF2B5EF4-FFF2-40B4-BE49-F238E27FC236}">
                <a16:creationId xmlns:a16="http://schemas.microsoft.com/office/drawing/2014/main" xmlns="" id="{59B296B9-C5A5-4E4F-9B60-C907B5F1466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3" name="Rectangle 12">
            <a:extLst>
              <a:ext uri="{FF2B5EF4-FFF2-40B4-BE49-F238E27FC236}">
                <a16:creationId xmlns:a16="http://schemas.microsoft.com/office/drawing/2014/main" xmlns="" id="{D0300FD3-5AF1-6305-15FA-9078072672E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uadroTexto 2">
            <a:extLst>
              <a:ext uri="{FF2B5EF4-FFF2-40B4-BE49-F238E27FC236}">
                <a16:creationId xmlns:a16="http://schemas.microsoft.com/office/drawing/2014/main" xmlns="" id="{27926090-023A-92DC-9F2C-E45B33D69486}"/>
              </a:ext>
            </a:extLst>
          </p:cNvPr>
          <p:cNvSpPr txBox="1"/>
          <p:nvPr/>
        </p:nvSpPr>
        <p:spPr>
          <a:xfrm>
            <a:off x="384412" y="1849755"/>
            <a:ext cx="6283088" cy="2987546"/>
          </a:xfrm>
          <a:prstGeom prst="rect">
            <a:avLst/>
          </a:prstGeom>
        </p:spPr>
        <p:txBody>
          <a:bodyPr vert="horz" lIns="91440" tIns="45720" rIns="91440" bIns="45720" rtlCol="0" anchor="ctr">
            <a:noAutofit/>
          </a:bodyPr>
          <a:lstStyle/>
          <a:p>
            <a:pPr>
              <a:lnSpc>
                <a:spcPct val="90000"/>
              </a:lnSpc>
              <a:spcAft>
                <a:spcPts val="800"/>
              </a:spcAft>
            </a:pPr>
            <a:r>
              <a:rPr lang="en-US" sz="3600" b="1" dirty="0">
                <a:solidFill>
                  <a:prstClr val="black"/>
                </a:solidFill>
                <a:latin typeface="Times New Roman" panose="02020603050405020304" pitchFamily="18" charset="0"/>
                <a:cs typeface="Times New Roman" panose="02020603050405020304" pitchFamily="18" charset="0"/>
              </a:rPr>
              <a:t>Orientaciones para la Recuperación Pedagógica en el área de Matemática</a:t>
            </a:r>
            <a:endParaRPr lang="en-US" sz="3600" dirty="0">
              <a:solidFill>
                <a:prstClr val="black"/>
              </a:solidFill>
              <a:latin typeface="Times New Roman" panose="02020603050405020304" pitchFamily="18" charset="0"/>
              <a:cs typeface="Times New Roman" panose="02020603050405020304" pitchFamily="18" charset="0"/>
            </a:endParaRPr>
          </a:p>
          <a:p>
            <a:pPr algn="just">
              <a:lnSpc>
                <a:spcPct val="90000"/>
              </a:lnSpc>
              <a:spcAft>
                <a:spcPts val="800"/>
              </a:spcAft>
            </a:pPr>
            <a:r>
              <a:rPr lang="en-US" sz="2400" dirty="0">
                <a:solidFill>
                  <a:prstClr val="black"/>
                </a:solidFill>
                <a:latin typeface="Times New Roman" panose="02020603050405020304" pitchFamily="18" charset="0"/>
                <a:cs typeface="Times New Roman" panose="02020603050405020304" pitchFamily="18" charset="0"/>
              </a:rPr>
              <a:t>Durante el desarrollo de los Periodos el docente evalúa y deter mina las necesidades de aprendizaje, en las competencias que cada estudiante requiere desarrollar en la recuperación pedagógica.</a:t>
            </a:r>
          </a:p>
          <a:p>
            <a:pPr algn="just">
              <a:lnSpc>
                <a:spcPct val="90000"/>
              </a:lnSpc>
              <a:spcAft>
                <a:spcPts val="800"/>
              </a:spcAft>
            </a:pPr>
            <a:r>
              <a:rPr lang="en-US" sz="2400" dirty="0">
                <a:solidFill>
                  <a:prstClr val="black"/>
                </a:solidFill>
                <a:latin typeface="Times New Roman" panose="02020603050405020304" pitchFamily="18" charset="0"/>
                <a:cs typeface="Times New Roman" panose="02020603050405020304" pitchFamily="18" charset="0"/>
              </a:rPr>
              <a:t> Para ello, cada estudiante debe recibir orientaciones, materiales o recursos, en relación con las necesidades identificadas, por lo que los estudiantes recibirán indicaciones y dichas acciones deben estar encaminadas a que alcance el aspecto no logrado de la competencia.</a:t>
            </a:r>
          </a:p>
        </p:txBody>
      </p:sp>
    </p:spTree>
    <p:extLst>
      <p:ext uri="{BB962C8B-B14F-4D97-AF65-F5344CB8AC3E}">
        <p14:creationId xmlns:p14="http://schemas.microsoft.com/office/powerpoint/2010/main" val="74647812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xmlns="" id="{8176B142-28C5-B20C-CA0E-0FC5B11595FA}"/>
              </a:ext>
            </a:extLst>
          </p:cNvPr>
          <p:cNvSpPr txBox="1"/>
          <p:nvPr/>
        </p:nvSpPr>
        <p:spPr>
          <a:xfrm>
            <a:off x="3105150" y="296838"/>
            <a:ext cx="8362950" cy="886781"/>
          </a:xfrm>
          <a:prstGeom prst="rect">
            <a:avLst/>
          </a:prstGeom>
          <a:noFill/>
        </p:spPr>
        <p:txBody>
          <a:bodyPr wrap="square">
            <a:spAutoFit/>
          </a:bodyPr>
          <a:lstStyle/>
          <a:p>
            <a:pPr marR="311785" algn="just">
              <a:lnSpc>
                <a:spcPct val="150000"/>
              </a:lnSpc>
              <a:spcAft>
                <a:spcPts val="800"/>
              </a:spcAft>
              <a:tabLst>
                <a:tab pos="1397000" algn="l"/>
              </a:tabLst>
            </a:pPr>
            <a:r>
              <a:rPr lang="es-ES" sz="1200" kern="0" dirty="0">
                <a:solidFill>
                  <a:srgbClr val="3A3C37"/>
                </a:solidFill>
                <a:latin typeface="Times New Roman" panose="02020603050405020304" pitchFamily="18" charset="0"/>
                <a:ea typeface="Verdana" panose="020B0604030504040204" pitchFamily="34" charset="0"/>
                <a:cs typeface="Times New Roman" panose="02020603050405020304" pitchFamily="18" charset="0"/>
              </a:rPr>
              <a:t> </a:t>
            </a:r>
            <a:endParaRPr lang="es-DO" sz="1100" kern="100" dirty="0">
              <a:solidFill>
                <a:prstClr val="black"/>
              </a:solidFill>
              <a:latin typeface="Aptos" panose="020B0004020202020204" pitchFamily="34" charset="0"/>
              <a:ea typeface="Aptos" panose="020B0004020202020204" pitchFamily="34" charset="0"/>
              <a:cs typeface="Times New Roman" panose="02020603050405020304" pitchFamily="18" charset="0"/>
            </a:endParaRPr>
          </a:p>
          <a:p>
            <a:pPr marR="311785" algn="just">
              <a:lnSpc>
                <a:spcPct val="150000"/>
              </a:lnSpc>
              <a:spcAft>
                <a:spcPts val="800"/>
              </a:spcAft>
              <a:tabLst>
                <a:tab pos="1397000" algn="l"/>
              </a:tabLst>
            </a:pPr>
            <a:r>
              <a:rPr lang="es-ES" sz="2000" b="1" kern="0" dirty="0">
                <a:solidFill>
                  <a:srgbClr val="3A3C37"/>
                </a:solidFill>
                <a:latin typeface="Times New Roman" panose="02020603050405020304" pitchFamily="18" charset="0"/>
                <a:ea typeface="Verdana" panose="020B0604030504040204" pitchFamily="34" charset="0"/>
                <a:cs typeface="Times New Roman" panose="02020603050405020304" pitchFamily="18" charset="0"/>
              </a:rPr>
              <a:t>Ejemplo de la disgregación de los indicadores </a:t>
            </a:r>
            <a:endParaRPr lang="es-DO" sz="2000" kern="100" dirty="0">
              <a:solidFill>
                <a:prstClr val="black"/>
              </a:solidFill>
              <a:latin typeface="Aptos" panose="020B0004020202020204" pitchFamily="34" charset="0"/>
              <a:ea typeface="Aptos" panose="020B0004020202020204" pitchFamily="34" charset="0"/>
              <a:cs typeface="Times New Roman" panose="02020603050405020304" pitchFamily="18" charset="0"/>
            </a:endParaRPr>
          </a:p>
        </p:txBody>
      </p:sp>
      <p:graphicFrame>
        <p:nvGraphicFramePr>
          <p:cNvPr id="6" name="Tabla 5">
            <a:extLst>
              <a:ext uri="{FF2B5EF4-FFF2-40B4-BE49-F238E27FC236}">
                <a16:creationId xmlns:a16="http://schemas.microsoft.com/office/drawing/2014/main" xmlns="" id="{194AF502-7689-D17C-B4A8-6A08E4ABBE06}"/>
              </a:ext>
            </a:extLst>
          </p:cNvPr>
          <p:cNvGraphicFramePr>
            <a:graphicFrameLocks noGrp="1"/>
          </p:cNvGraphicFramePr>
          <p:nvPr>
            <p:extLst/>
          </p:nvPr>
        </p:nvGraphicFramePr>
        <p:xfrm>
          <a:off x="419100" y="1136685"/>
          <a:ext cx="10972800" cy="5578095"/>
        </p:xfrm>
        <a:graphic>
          <a:graphicData uri="http://schemas.openxmlformats.org/drawingml/2006/table">
            <a:tbl>
              <a:tblPr firstRow="1" firstCol="1" lastRow="1" lastCol="1" bandRow="1" bandCol="1"/>
              <a:tblGrid>
                <a:gridCol w="2962556">
                  <a:extLst>
                    <a:ext uri="{9D8B030D-6E8A-4147-A177-3AD203B41FA5}">
                      <a16:colId xmlns:a16="http://schemas.microsoft.com/office/drawing/2014/main" xmlns="" val="1055002930"/>
                    </a:ext>
                  </a:extLst>
                </a:gridCol>
                <a:gridCol w="3432647">
                  <a:extLst>
                    <a:ext uri="{9D8B030D-6E8A-4147-A177-3AD203B41FA5}">
                      <a16:colId xmlns:a16="http://schemas.microsoft.com/office/drawing/2014/main" xmlns="" val="3712970020"/>
                    </a:ext>
                  </a:extLst>
                </a:gridCol>
                <a:gridCol w="4577597">
                  <a:extLst>
                    <a:ext uri="{9D8B030D-6E8A-4147-A177-3AD203B41FA5}">
                      <a16:colId xmlns:a16="http://schemas.microsoft.com/office/drawing/2014/main" xmlns="" val="2784705725"/>
                    </a:ext>
                  </a:extLst>
                </a:gridCol>
              </a:tblGrid>
              <a:tr h="203765">
                <a:tc>
                  <a:txBody>
                    <a:bodyPr/>
                    <a:lstStyle/>
                    <a:p>
                      <a:pPr marL="50800" algn="just">
                        <a:lnSpc>
                          <a:spcPct val="107000"/>
                        </a:lnSpc>
                        <a:spcBef>
                          <a:spcPts val="710"/>
                        </a:spcBef>
                        <a:spcAft>
                          <a:spcPts val="800"/>
                        </a:spcAft>
                      </a:pPr>
                      <a:r>
                        <a:rPr lang="es-ES" sz="1600" b="1"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Competencia Fundamental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solidFill>
                      <a:srgbClr val="E6E7E8"/>
                    </a:solidFill>
                  </a:tcPr>
                </a:tc>
                <a:tc>
                  <a:txBody>
                    <a:bodyPr/>
                    <a:lstStyle/>
                    <a:p>
                      <a:pPr marL="50800" algn="just">
                        <a:lnSpc>
                          <a:spcPct val="105000"/>
                        </a:lnSpc>
                        <a:spcBef>
                          <a:spcPts val="215"/>
                        </a:spcBef>
                        <a:spcAft>
                          <a:spcPts val="800"/>
                        </a:spcAft>
                      </a:pPr>
                      <a:r>
                        <a:rPr lang="es-ES" sz="1600" b="1" kern="0" spc="-2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Competencia Especifica </a:t>
                      </a:r>
                      <a:endParaRPr lang="es-DO" sz="16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L="50800" algn="just">
                        <a:lnSpc>
                          <a:spcPct val="105000"/>
                        </a:lnSpc>
                        <a:spcBef>
                          <a:spcPts val="215"/>
                        </a:spcBef>
                        <a:spcAft>
                          <a:spcPts val="800"/>
                        </a:spcAft>
                      </a:pPr>
                      <a:r>
                        <a:rPr lang="es-ES" sz="1600" b="1" kern="0" spc="-2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Indicadores de Logros </a:t>
                      </a:r>
                      <a:endParaRPr lang="es-DO" sz="16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xmlns="" val="204225291"/>
                  </a:ext>
                </a:extLst>
              </a:tr>
              <a:tr h="4147573">
                <a:tc>
                  <a:txBody>
                    <a:bodyPr/>
                    <a:lstStyle/>
                    <a:p>
                      <a:pPr marL="50800" algn="just">
                        <a:lnSpc>
                          <a:spcPct val="107000"/>
                        </a:lnSpc>
                        <a:spcBef>
                          <a:spcPts val="710"/>
                        </a:spcBef>
                        <a:spcAft>
                          <a:spcPts val="800"/>
                        </a:spcAft>
                      </a:pPr>
                      <a:r>
                        <a:rPr lang="es-ES" sz="1600" b="1"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Resolución</a:t>
                      </a:r>
                      <a:r>
                        <a:rPr lang="es-ES" sz="1600" b="1" kern="0" spc="4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b="1"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b="1" kern="0" spc="4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b="1"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Problemas</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50800" algn="just">
                        <a:lnSpc>
                          <a:spcPct val="107000"/>
                        </a:lnSpc>
                        <a:spcBef>
                          <a:spcPts val="710"/>
                        </a:spcBef>
                        <a:spcAft>
                          <a:spcPts val="800"/>
                        </a:spcAft>
                      </a:pPr>
                      <a:r>
                        <a:rPr lang="es-ES" sz="1600" b="1"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3ER Grado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solidFill>
                      <a:srgbClr val="E6E7E8"/>
                    </a:solidFill>
                  </a:tcPr>
                </a:tc>
                <a:tc>
                  <a:txBody>
                    <a:bodyPr/>
                    <a:lstStyle/>
                    <a:p>
                      <a:pPr marL="50800" algn="just">
                        <a:lnSpc>
                          <a:spcPct val="105000"/>
                        </a:lnSpc>
                        <a:spcBef>
                          <a:spcPts val="215"/>
                        </a:spcBef>
                        <a:spcAft>
                          <a:spcPts val="800"/>
                        </a:spcAft>
                      </a:pP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Genera</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soluciones</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estrategias</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en</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situaciones</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problemas</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nuevos,</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pasos</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múltiples</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no rutinarias</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en</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las</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diferentes</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áreas</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la</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matemática</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fuera</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2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ésta.</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tc>
                  <a:txBody>
                    <a:bodyPr/>
                    <a:lstStyle/>
                    <a:p>
                      <a:pPr marR="217170" algn="just">
                        <a:lnSpc>
                          <a:spcPct val="97000"/>
                        </a:lnSpc>
                        <a:spcBef>
                          <a:spcPts val="135"/>
                        </a:spcBef>
                        <a:spcAft>
                          <a:spcPts val="800"/>
                        </a:spcAft>
                        <a:tabLst>
                          <a:tab pos="434975" algn="l"/>
                        </a:tabLst>
                      </a:pP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IL7.</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Presenta</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posibles</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soluciones</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estrategias</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en</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situaciones</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problemáticas</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nuevas</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a:t>
                      </a:r>
                      <a:r>
                        <a:rPr lang="es-ES" sz="1600"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relacionada</a:t>
                      </a:r>
                      <a:r>
                        <a:rPr lang="es-ES" sz="1600"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con</a:t>
                      </a:r>
                      <a:r>
                        <a:rPr lang="es-ES" sz="1600"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los</a:t>
                      </a:r>
                      <a:r>
                        <a:rPr lang="es-ES" sz="1600"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polinomios,</a:t>
                      </a:r>
                      <a:r>
                        <a:rPr lang="es-ES" sz="1600"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su</a:t>
                      </a:r>
                      <a:r>
                        <a:rPr lang="es-ES" sz="1600" kern="0" spc="-4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clasificación</a:t>
                      </a:r>
                      <a:r>
                        <a:rPr lang="es-ES" sz="1600" kern="0" spc="-4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2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y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operatoria</a:t>
                      </a:r>
                      <a:r>
                        <a:rPr lang="es-ES" sz="1600" kern="0" spc="-6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relacionándola</a:t>
                      </a:r>
                      <a:r>
                        <a:rPr lang="es-ES" sz="1600" kern="0" spc="-6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a</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situaciones</a:t>
                      </a:r>
                      <a:r>
                        <a:rPr lang="es-ES" sz="1600" kern="0" spc="-6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factorización</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sus</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casos</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dentro</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fuera</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la</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matemática.</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R="217170" algn="just">
                        <a:lnSpc>
                          <a:spcPct val="97000"/>
                        </a:lnSpc>
                        <a:spcBef>
                          <a:spcPts val="135"/>
                        </a:spcBef>
                        <a:spcAft>
                          <a:spcPts val="800"/>
                        </a:spcAft>
                        <a:tabLst>
                          <a:tab pos="434975" algn="l"/>
                        </a:tabLst>
                      </a:pPr>
                      <a:r>
                        <a:rPr lang="es-ES" sz="1600"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IL8.</a:t>
                      </a:r>
                      <a:r>
                        <a:rPr lang="es-ES" sz="1600" kern="0" spc="-3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3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Resuelve problemas haciendo uso de recurso</a:t>
                      </a:r>
                      <a:r>
                        <a:rPr lang="es-ES" sz="1600" kern="0" spc="-3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s y destrezas matemáticas en contextos diversos, vinculado con productos y cocientes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notables</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auxiliado</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con</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diagramas</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err="1">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Venn</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-Euler</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conectivos</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lógicos,</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así</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como</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con</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las</a:t>
                      </a:r>
                      <a:r>
                        <a:rPr lang="es-ES" sz="1600" kern="0" spc="-5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propiedades</a:t>
                      </a:r>
                      <a:r>
                        <a:rPr lang="es-ES" sz="1600" kern="0" spc="-5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5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raíces</a:t>
                      </a:r>
                      <a:r>
                        <a:rPr lang="es-ES" sz="1600" kern="0" spc="-5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5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factores</a:t>
                      </a:r>
                      <a:r>
                        <a:rPr lang="es-ES" sz="1600" kern="0" spc="-5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5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un polinomio</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para</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la</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toma</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decisiones</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en</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temáticas</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dentro</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fuera</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la</a:t>
                      </a:r>
                      <a:r>
                        <a:rPr lang="es-ES" sz="1600" kern="0" spc="-6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matemática.</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R="217170" algn="just">
                        <a:lnSpc>
                          <a:spcPct val="97000"/>
                        </a:lnSpc>
                        <a:spcBef>
                          <a:spcPts val="135"/>
                        </a:spcBef>
                        <a:spcAft>
                          <a:spcPts val="800"/>
                        </a:spcAft>
                        <a:tabLst>
                          <a:tab pos="434975" algn="l"/>
                        </a:tabLst>
                      </a:pPr>
                      <a:r>
                        <a:rPr lang="es-ES" sz="1600"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R="216535" algn="just">
                        <a:lnSpc>
                          <a:spcPct val="97000"/>
                        </a:lnSpc>
                        <a:spcBef>
                          <a:spcPts val="130"/>
                        </a:spcBef>
                        <a:spcAft>
                          <a:spcPts val="800"/>
                        </a:spcAft>
                        <a:tabLst>
                          <a:tab pos="434975" algn="l"/>
                        </a:tabLst>
                      </a:pPr>
                      <a:r>
                        <a:rPr lang="es-ES" sz="1600"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IL9.</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Plantea</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procedimientos</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estrategias</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diversas</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en</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la</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resolución</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problemas,</a:t>
                      </a:r>
                      <a:r>
                        <a:rPr lang="es-ES" sz="1600" kern="0" spc="-55"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aplicando</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el</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teorema</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de</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los</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ceros</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racionales</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y</a:t>
                      </a:r>
                      <a:r>
                        <a:rPr lang="es-ES" sz="1600" kern="0" spc="-55"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r>
                        <a:rPr lang="es-ES" sz="1600" kern="0" spc="-1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en </a:t>
                      </a:r>
                      <a:r>
                        <a:rPr lang="es-ES" sz="1600"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situaciones del entorno apoyadas en la </a:t>
                      </a:r>
                      <a:r>
                        <a:rPr lang="es-ES" sz="1600" kern="0" dirty="0">
                          <a:solidFill>
                            <a:srgbClr val="231F20"/>
                          </a:solidFill>
                          <a:effectLst/>
                          <a:highlight>
                            <a:srgbClr val="FFFF00"/>
                          </a:highlight>
                          <a:latin typeface="Times New Roman" panose="02020603050405020304" pitchFamily="18" charset="0"/>
                          <a:ea typeface="Trebuchet MS" panose="020B0603020202020204" pitchFamily="34" charset="0"/>
                          <a:cs typeface="Times New Roman" panose="02020603050405020304" pitchFamily="18" charset="0"/>
                        </a:rPr>
                        <a:t>regla de los signos de Descartes y la regla de Ruffin</a:t>
                      </a:r>
                      <a:r>
                        <a:rPr lang="es-ES" sz="1600" kern="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i, como forma de concretar la solución de la situación.</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R="217170" algn="just">
                        <a:lnSpc>
                          <a:spcPct val="150000"/>
                        </a:lnSpc>
                        <a:spcBef>
                          <a:spcPts val="130"/>
                        </a:spcBef>
                        <a:spcAft>
                          <a:spcPts val="800"/>
                        </a:spcAft>
                        <a:tabLst>
                          <a:tab pos="434975" algn="l"/>
                        </a:tabLst>
                      </a:pPr>
                      <a:r>
                        <a:rPr lang="es-ES" sz="1600" kern="0" spc="-20" dirty="0">
                          <a:solidFill>
                            <a:srgbClr val="231F20"/>
                          </a:solidFill>
                          <a:effectLst/>
                          <a:latin typeface="Times New Roman" panose="02020603050405020304" pitchFamily="18" charset="0"/>
                          <a:ea typeface="Trebuchet MS" panose="020B0603020202020204" pitchFamily="34" charset="0"/>
                          <a:cs typeface="Times New Roman" panose="02020603050405020304" pitchFamily="18" charset="0"/>
                        </a:rPr>
                        <a:t> </a:t>
                      </a:r>
                      <a:endParaRPr lang="es-DO" sz="16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0" marR="0" marT="0" marB="0">
                    <a:lnL w="12700" cap="flat" cmpd="sng" algn="ctr">
                      <a:solidFill>
                        <a:srgbClr val="231F20"/>
                      </a:solidFill>
                      <a:prstDash val="solid"/>
                      <a:round/>
                      <a:headEnd type="none" w="med" len="med"/>
                      <a:tailEnd type="none" w="med" len="med"/>
                    </a:lnL>
                    <a:lnR w="12700" cap="flat" cmpd="sng" algn="ctr">
                      <a:solidFill>
                        <a:srgbClr val="231F20"/>
                      </a:solidFill>
                      <a:prstDash val="solid"/>
                      <a:round/>
                      <a:headEnd type="none" w="med" len="med"/>
                      <a:tailEnd type="none" w="med" len="med"/>
                    </a:lnR>
                    <a:lnT w="12700" cap="flat" cmpd="sng" algn="ctr">
                      <a:solidFill>
                        <a:srgbClr val="231F20"/>
                      </a:solidFill>
                      <a:prstDash val="solid"/>
                      <a:round/>
                      <a:headEnd type="none" w="med" len="med"/>
                      <a:tailEnd type="none" w="med" len="med"/>
                    </a:lnT>
                    <a:lnB w="12700" cap="flat" cmpd="sng" algn="ctr">
                      <a:solidFill>
                        <a:srgbClr val="231F20"/>
                      </a:solidFill>
                      <a:prstDash val="solid"/>
                      <a:round/>
                      <a:headEnd type="none" w="med" len="med"/>
                      <a:tailEnd type="none" w="med" len="med"/>
                    </a:lnB>
                  </a:tcPr>
                </a:tc>
                <a:extLst>
                  <a:ext uri="{0D108BD9-81ED-4DB2-BD59-A6C34878D82A}">
                    <a16:rowId xmlns:a16="http://schemas.microsoft.com/office/drawing/2014/main" xmlns="" val="2454846610"/>
                  </a:ext>
                </a:extLst>
              </a:tr>
            </a:tbl>
          </a:graphicData>
        </a:graphic>
      </p:graphicFrame>
    </p:spTree>
    <p:extLst>
      <p:ext uri="{BB962C8B-B14F-4D97-AF65-F5344CB8AC3E}">
        <p14:creationId xmlns:p14="http://schemas.microsoft.com/office/powerpoint/2010/main" val="4617460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992CC286-FDF0-6CE1-1839-A4F1DA7F0E55}"/>
              </a:ext>
            </a:extLst>
          </p:cNvPr>
          <p:cNvSpPr txBox="1"/>
          <p:nvPr/>
        </p:nvSpPr>
        <p:spPr>
          <a:xfrm>
            <a:off x="466725" y="352425"/>
            <a:ext cx="11439525" cy="4551118"/>
          </a:xfrm>
          <a:prstGeom prst="rect">
            <a:avLst/>
          </a:prstGeom>
          <a:noFill/>
        </p:spPr>
        <p:txBody>
          <a:bodyPr wrap="square">
            <a:spAutoFit/>
          </a:bodyPr>
          <a:lstStyle/>
          <a:p>
            <a:pPr marR="217170" algn="just">
              <a:lnSpc>
                <a:spcPct val="150000"/>
              </a:lnSpc>
              <a:spcBef>
                <a:spcPts val="135"/>
              </a:spcBef>
              <a:spcAft>
                <a:spcPts val="800"/>
              </a:spcAft>
              <a:tabLst>
                <a:tab pos="434975" algn="l"/>
              </a:tabLst>
            </a:pPr>
            <a:r>
              <a:rPr lang="es-ES" sz="2800"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Si en el P1 trabaje la parte sombrada del indicador de logro </a:t>
            </a:r>
            <a:r>
              <a:rPr lang="es-ES" sz="2800" b="1"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IL8</a:t>
            </a:r>
            <a:r>
              <a:rPr lang="es-ES" sz="2800"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 y algunos de los estudiantes desarrollo habilidades sobre  </a:t>
            </a:r>
            <a:r>
              <a:rPr lang="es-ES" sz="2800" b="1"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las propiedades de las raíces</a:t>
            </a:r>
            <a:r>
              <a:rPr lang="es-ES" sz="2800"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 pero no logró determinar </a:t>
            </a:r>
            <a:r>
              <a:rPr lang="es-ES" sz="2800" b="1"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los factores de un polinomio</a:t>
            </a:r>
            <a:r>
              <a:rPr lang="es-ES" sz="2800"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 antes de que finalice el P2 , debo realizar algunas actividades previamente planificadas con esos estudiantes para que pueda encontrar los factores de un Polinomio.</a:t>
            </a:r>
            <a:r>
              <a:rPr lang="es-ES" sz="2800" b="1"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(Ojo: </a:t>
            </a:r>
            <a:r>
              <a:rPr lang="es-ES" sz="2800"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no es una práctica, no es un trabajo, son actividades concatenadas  que permitan movilizar el conocimiento sobre factores de un Polinomio</a:t>
            </a:r>
            <a:r>
              <a:rPr lang="es-ES" sz="2800" b="1" kern="0" spc="-1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a:t>
            </a:r>
            <a:endParaRPr lang="es-DO" sz="2800" kern="100" dirty="0">
              <a:solidFill>
                <a:prstClr val="black"/>
              </a:solidFill>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4437302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B699961F-C7D6-C833-C5A4-51ADF791D3C2}"/>
              </a:ext>
            </a:extLst>
          </p:cNvPr>
          <p:cNvSpPr txBox="1"/>
          <p:nvPr/>
        </p:nvSpPr>
        <p:spPr>
          <a:xfrm>
            <a:off x="594360" y="292155"/>
            <a:ext cx="11132819" cy="2806153"/>
          </a:xfrm>
          <a:prstGeom prst="rect">
            <a:avLst/>
          </a:prstGeom>
          <a:noFill/>
        </p:spPr>
        <p:txBody>
          <a:bodyPr wrap="square">
            <a:spAutoFit/>
          </a:bodyPr>
          <a:lstStyle/>
          <a:p>
            <a:pPr marR="217170" algn="just">
              <a:lnSpc>
                <a:spcPct val="150000"/>
              </a:lnSpc>
              <a:spcBef>
                <a:spcPts val="130"/>
              </a:spcBef>
              <a:spcAft>
                <a:spcPts val="800"/>
              </a:spcAft>
              <a:tabLst>
                <a:tab pos="434975" algn="l"/>
              </a:tabLst>
            </a:pPr>
            <a:r>
              <a:rPr lang="es-ES" sz="2400" kern="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Si en el P2 trabaje del indicador de logro </a:t>
            </a:r>
            <a:r>
              <a:rPr lang="es-ES" sz="2400" b="1" kern="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IL9</a:t>
            </a:r>
            <a:r>
              <a:rPr lang="es-ES" sz="2400" kern="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 la parte sombreada en amarillo y algunos estudiantes adquirieron los conocimientos sobre la </a:t>
            </a:r>
            <a:r>
              <a:rPr lang="es-ES" sz="2400" b="1" kern="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regla de los signos de Ruffini</a:t>
            </a:r>
            <a:r>
              <a:rPr lang="es-ES" sz="2400" kern="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 pero no domina la </a:t>
            </a:r>
            <a:r>
              <a:rPr lang="es-ES" sz="2400" b="1" kern="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regla de los signos de Descartes</a:t>
            </a:r>
            <a:r>
              <a:rPr lang="es-ES" sz="2400" kern="0" dirty="0">
                <a:solidFill>
                  <a:srgbClr val="231F20"/>
                </a:solidFill>
                <a:latin typeface="Times New Roman" panose="02020603050405020304" pitchFamily="18" charset="0"/>
                <a:ea typeface="Trebuchet MS" panose="020B0603020202020204" pitchFamily="34" charset="0"/>
                <a:cs typeface="Times New Roman" panose="02020603050405020304" pitchFamily="18" charset="0"/>
              </a:rPr>
              <a:t>, antes de que finalice el P3 se deben realizar unas actividades concatenadas para que el estudiante adquiera el conocimiento sobre lo que no alcanzó de los aspectos trabajados en el indicador.</a:t>
            </a:r>
            <a:endParaRPr lang="es-DO" sz="2400" kern="100" dirty="0">
              <a:solidFill>
                <a:prstClr val="black"/>
              </a:solidFill>
              <a:latin typeface="Aptos" panose="020B0004020202020204" pitchFamily="34" charset="0"/>
              <a:ea typeface="Aptos" panose="020B0004020202020204" pitchFamily="34" charset="0"/>
              <a:cs typeface="Times New Roman" panose="02020603050405020304" pitchFamily="18" charset="0"/>
            </a:endParaRPr>
          </a:p>
        </p:txBody>
      </p:sp>
      <p:sp>
        <p:nvSpPr>
          <p:cNvPr id="5" name="CuadroTexto 4">
            <a:extLst>
              <a:ext uri="{FF2B5EF4-FFF2-40B4-BE49-F238E27FC236}">
                <a16:creationId xmlns:a16="http://schemas.microsoft.com/office/drawing/2014/main" xmlns="" id="{EECA10A9-32F5-9FF9-4396-8367855C1276}"/>
              </a:ext>
            </a:extLst>
          </p:cNvPr>
          <p:cNvSpPr txBox="1"/>
          <p:nvPr/>
        </p:nvSpPr>
        <p:spPr>
          <a:xfrm>
            <a:off x="683895" y="3326130"/>
            <a:ext cx="10824210" cy="3149580"/>
          </a:xfrm>
          <a:prstGeom prst="rect">
            <a:avLst/>
          </a:prstGeom>
          <a:noFill/>
        </p:spPr>
        <p:txBody>
          <a:bodyPr wrap="square">
            <a:spAutoFit/>
          </a:bodyPr>
          <a:lstStyle/>
          <a:p>
            <a:pPr algn="just">
              <a:lnSpc>
                <a:spcPct val="150000"/>
              </a:lnSpc>
              <a:spcAft>
                <a:spcPts val="800"/>
              </a:spcAft>
            </a:pPr>
            <a:r>
              <a:rPr lang="es-ES" sz="2000"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Si </a:t>
            </a:r>
            <a:r>
              <a:rPr lang="es-ES" sz="2400"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algunos estudiantes en el P3 del aspecto del </a:t>
            </a:r>
            <a:r>
              <a:rPr lang="es-ES" sz="2400" b="1"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Indicador de logro IL8</a:t>
            </a:r>
            <a:r>
              <a:rPr lang="es-ES" sz="2400"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.sombreado en amarillo, </a:t>
            </a:r>
            <a:r>
              <a:rPr lang="es-ES" sz="2400" b="1"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clasifica casos de factorización</a:t>
            </a:r>
            <a:r>
              <a:rPr lang="es-ES" sz="2400"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pero no logra </a:t>
            </a:r>
            <a:r>
              <a:rPr lang="es-ES" sz="2400" b="1"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factorizar expresiones algebraicas</a:t>
            </a:r>
            <a:r>
              <a:rPr lang="es-ES" sz="2400" kern="1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antes de finalizar el P4 se deben desarrollar actividades que permita a los estudiantes movilizar conocimiento para que desarrolle el proceso de factorización.</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algn="just"/>
            <a:r>
              <a:rPr lang="es-ES" sz="2400" b="1"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Ojo:</a:t>
            </a:r>
            <a:r>
              <a:rPr lang="es-ES" sz="2400" dirty="0">
                <a:solidFill>
                  <a:prstClr val="black"/>
                </a:solidFill>
                <a:latin typeface="Times New Roman" panose="02020603050405020304" pitchFamily="18" charset="0"/>
                <a:ea typeface="Calibri" panose="020F0502020204030204" pitchFamily="34" charset="0"/>
                <a:cs typeface="Times New Roman" panose="02020603050405020304" pitchFamily="18" charset="0"/>
              </a:rPr>
              <a:t> para una la competencia, al finalizar los 4 periodos de deben haber trabajado todos los aspectos de los indicadores que tributan al logro de esta. </a:t>
            </a:r>
            <a:endParaRPr lang="es-DO" sz="2400"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85230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AA65ACC9-5BE4-8EC6-E9AE-5BD64270C0E9}"/>
              </a:ext>
            </a:extLst>
          </p:cNvPr>
          <p:cNvSpPr txBox="1"/>
          <p:nvPr/>
        </p:nvSpPr>
        <p:spPr>
          <a:xfrm>
            <a:off x="2305050" y="0"/>
            <a:ext cx="7600950" cy="584775"/>
          </a:xfrm>
          <a:prstGeom prst="rect">
            <a:avLst/>
          </a:prstGeom>
          <a:noFill/>
        </p:spPr>
        <p:txBody>
          <a:bodyPr wrap="square">
            <a:spAutoFit/>
          </a:bodyPr>
          <a:lstStyle/>
          <a:p>
            <a:r>
              <a:rPr lang="es-ES_tradnl" sz="3200" b="1">
                <a:solidFill>
                  <a:prstClr val="black"/>
                </a:solidFill>
                <a:latin typeface="Times New Roman" panose="02020603050405020304" pitchFamily="18" charset="0"/>
                <a:ea typeface="Times New Roman" panose="02020603050405020304" pitchFamily="18" charset="0"/>
              </a:rPr>
              <a:t>Planeando la Recuperación Pedagógica </a:t>
            </a:r>
            <a:endParaRPr lang="es-DO" sz="3200" dirty="0">
              <a:solidFill>
                <a:prstClr val="black"/>
              </a:solidFill>
            </a:endParaRPr>
          </a:p>
        </p:txBody>
      </p:sp>
      <p:sp>
        <p:nvSpPr>
          <p:cNvPr id="5" name="CuadroTexto 4">
            <a:extLst>
              <a:ext uri="{FF2B5EF4-FFF2-40B4-BE49-F238E27FC236}">
                <a16:creationId xmlns:a16="http://schemas.microsoft.com/office/drawing/2014/main" xmlns="" id="{3E91B4AA-3F3B-7506-6D13-17455D0273A2}"/>
              </a:ext>
            </a:extLst>
          </p:cNvPr>
          <p:cNvSpPr txBox="1"/>
          <p:nvPr/>
        </p:nvSpPr>
        <p:spPr>
          <a:xfrm>
            <a:off x="342900" y="666032"/>
            <a:ext cx="11344275" cy="5525936"/>
          </a:xfrm>
          <a:prstGeom prst="rect">
            <a:avLst/>
          </a:prstGeom>
          <a:noFill/>
        </p:spPr>
        <p:txBody>
          <a:bodyPr wrap="square">
            <a:spAutoFit/>
          </a:bodyPr>
          <a:lstStyle/>
          <a:p>
            <a:pPr algn="just">
              <a:lnSpc>
                <a:spcPct val="107000"/>
              </a:lnSpc>
              <a:spcAft>
                <a:spcPts val="800"/>
              </a:spcAft>
            </a:pPr>
            <a:r>
              <a:rPr lang="es-ES_tradnl" sz="24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Partiendo de los documentos oficiales, se presenta un plan para la recuperación pedagógica de estudiantes que su calificación fue por debajo de 70 en cualquier período.</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s-ES_tradnl" sz="24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Para realizar este plan el facilitador enfatiza en seguir los procedimientos establecidos en la ordenanza 04-2023, tomando en cuenta los siguientes criterios:</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s-ES_tradnl" sz="24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Identificar los aspectos que no alcanzaron de las competencias</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s-ES_tradnl" sz="24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El tiempo que cuenta para realizar la recuperación.</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s-ES_tradnl" sz="24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Identificar la estrategia a utilizar, ejemplo. Tutorías entre pares a fin de que los estudiantes aventajados apoyen a sus compañeros.</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s-ES_tradnl" sz="24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Diseñar actividades que permitan alcanzar aquellos aspectos no alcanzado de las competencias.</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s-ES_tradnl" sz="24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Revisar las evidencias y orientarlas.</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marL="342900" indent="-342900" algn="just">
              <a:lnSpc>
                <a:spcPct val="107000"/>
              </a:lnSpc>
              <a:spcAft>
                <a:spcPts val="800"/>
              </a:spcAft>
              <a:buFont typeface="Symbol" panose="05050102010706020507" pitchFamily="18" charset="2"/>
              <a:buChar char=""/>
            </a:pPr>
            <a:r>
              <a:rPr lang="es-ES_tradnl" sz="2400" kern="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Evaluar las evidencias.</a:t>
            </a:r>
            <a:endParaRPr lang="es-DO" sz="24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2393124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xmlns="" id="{5C3955DC-6851-A5CD-8D05-EFA85190ED6D}"/>
              </a:ext>
            </a:extLst>
          </p:cNvPr>
          <p:cNvSpPr txBox="1"/>
          <p:nvPr/>
        </p:nvSpPr>
        <p:spPr>
          <a:xfrm>
            <a:off x="682714" y="100072"/>
            <a:ext cx="10915650" cy="2046714"/>
          </a:xfrm>
          <a:prstGeom prst="rect">
            <a:avLst/>
          </a:prstGeom>
          <a:noFill/>
        </p:spPr>
        <p:txBody>
          <a:bodyPr wrap="square">
            <a:spAutoFit/>
          </a:bodyPr>
          <a:lstStyle/>
          <a:p>
            <a:pPr algn="ctr">
              <a:spcAft>
                <a:spcPts val="800"/>
              </a:spcAft>
            </a:pPr>
            <a:r>
              <a:rPr lang="es-ES_tradnl" sz="2000" b="1" kern="0" dirty="0">
                <a:solidFill>
                  <a:prstClr val="black"/>
                </a:solidFill>
                <a:latin typeface="Arial" panose="020B0604020202020204" pitchFamily="34" charset="0"/>
                <a:ea typeface="Times New Roman" panose="02020603050405020304" pitchFamily="18" charset="0"/>
                <a:cs typeface="Arial" panose="020B0604020202020204" pitchFamily="34" charset="0"/>
              </a:rPr>
              <a:t>Plan de Recuperación Pedagógica</a:t>
            </a:r>
            <a:endParaRPr lang="es-DO" sz="20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a:p>
            <a:pPr>
              <a:spcAft>
                <a:spcPts val="800"/>
              </a:spcAft>
            </a:pPr>
            <a:r>
              <a:rPr lang="es-ES_tradnl" sz="2000" b="1" kern="0" dirty="0">
                <a:solidFill>
                  <a:prstClr val="black"/>
                </a:solidFill>
                <a:latin typeface="Arial" panose="020B0604020202020204" pitchFamily="34" charset="0"/>
                <a:ea typeface="Times New Roman" panose="02020603050405020304" pitchFamily="18" charset="0"/>
                <a:cs typeface="Arial" panose="020B0604020202020204" pitchFamily="34" charset="0"/>
              </a:rPr>
              <a:t>Centro educativo________________________________________________________</a:t>
            </a:r>
            <a:endParaRPr lang="es-DO" sz="20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a:p>
            <a:pPr>
              <a:spcAft>
                <a:spcPts val="800"/>
              </a:spcAft>
            </a:pPr>
            <a:r>
              <a:rPr lang="es-ES_tradnl" sz="2000" b="1" kern="0" dirty="0">
                <a:solidFill>
                  <a:prstClr val="black"/>
                </a:solidFill>
                <a:latin typeface="Arial" panose="020B0604020202020204" pitchFamily="34" charset="0"/>
                <a:ea typeface="Times New Roman" panose="02020603050405020304" pitchFamily="18" charset="0"/>
                <a:cs typeface="Arial" panose="020B0604020202020204" pitchFamily="34" charset="0"/>
              </a:rPr>
              <a:t>Asignatura: ____________________________________________________________</a:t>
            </a:r>
            <a:endParaRPr lang="es-DO" sz="20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a:p>
            <a:pPr>
              <a:lnSpc>
                <a:spcPct val="107000"/>
              </a:lnSpc>
              <a:spcAft>
                <a:spcPts val="800"/>
              </a:spcAft>
            </a:pPr>
            <a:r>
              <a:rPr lang="es-ES_tradnl" sz="2000" b="1" kern="0" dirty="0">
                <a:solidFill>
                  <a:prstClr val="black"/>
                </a:solidFill>
                <a:latin typeface="Arial" panose="020B0604020202020204" pitchFamily="34" charset="0"/>
                <a:ea typeface="Times New Roman" panose="02020603050405020304" pitchFamily="18" charset="0"/>
                <a:cs typeface="Arial" panose="020B0604020202020204" pitchFamily="34" charset="0"/>
              </a:rPr>
              <a:t>Docente:_______________________________________________________________</a:t>
            </a:r>
            <a:br>
              <a:rPr lang="es-ES_tradnl" sz="2000" b="1" kern="0" dirty="0">
                <a:solidFill>
                  <a:prstClr val="black"/>
                </a:solidFill>
                <a:latin typeface="Arial" panose="020B0604020202020204" pitchFamily="34" charset="0"/>
                <a:ea typeface="Times New Roman" panose="02020603050405020304" pitchFamily="18" charset="0"/>
                <a:cs typeface="Arial" panose="020B0604020202020204" pitchFamily="34" charset="0"/>
              </a:rPr>
            </a:br>
            <a:r>
              <a:rPr lang="es-ES_tradnl" sz="2000" b="1" kern="0" dirty="0">
                <a:solidFill>
                  <a:prstClr val="black"/>
                </a:solidFill>
                <a:latin typeface="Arial" panose="020B0604020202020204" pitchFamily="34" charset="0"/>
                <a:ea typeface="Times New Roman" panose="02020603050405020304" pitchFamily="18" charset="0"/>
                <a:cs typeface="Arial" panose="020B0604020202020204" pitchFamily="34" charset="0"/>
              </a:rPr>
              <a:t>Grado: _______________ Sección: _________________________________________</a:t>
            </a:r>
            <a:endParaRPr lang="es-DO" sz="2000" kern="100" dirty="0">
              <a:solidFill>
                <a:prstClr val="black"/>
              </a:solidFill>
              <a:latin typeface="Arial" panose="020B0604020202020204" pitchFamily="34" charset="0"/>
              <a:ea typeface="Aptos" panose="020B00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xmlns="" id="{A9C3AFB9-CF27-291A-1A38-BD542B2BF9A1}"/>
              </a:ext>
            </a:extLst>
          </p:cNvPr>
          <p:cNvGraphicFramePr>
            <a:graphicFrameLocks noGrp="1"/>
          </p:cNvGraphicFramePr>
          <p:nvPr>
            <p:extLst/>
          </p:nvPr>
        </p:nvGraphicFramePr>
        <p:xfrm>
          <a:off x="379257" y="2214095"/>
          <a:ext cx="11314761" cy="4471798"/>
        </p:xfrm>
        <a:graphic>
          <a:graphicData uri="http://schemas.openxmlformats.org/drawingml/2006/table">
            <a:tbl>
              <a:tblPr firstRow="1" firstCol="1" bandRow="1"/>
              <a:tblGrid>
                <a:gridCol w="5700574">
                  <a:extLst>
                    <a:ext uri="{9D8B030D-6E8A-4147-A177-3AD203B41FA5}">
                      <a16:colId xmlns:a16="http://schemas.microsoft.com/office/drawing/2014/main" xmlns="" val="4009394040"/>
                    </a:ext>
                  </a:extLst>
                </a:gridCol>
                <a:gridCol w="5614187">
                  <a:extLst>
                    <a:ext uri="{9D8B030D-6E8A-4147-A177-3AD203B41FA5}">
                      <a16:colId xmlns:a16="http://schemas.microsoft.com/office/drawing/2014/main" xmlns="" val="122353765"/>
                    </a:ext>
                  </a:extLst>
                </a:gridCol>
              </a:tblGrid>
              <a:tr h="561976">
                <a:tc>
                  <a:txBody>
                    <a:bodyPr/>
                    <a:lstStyle/>
                    <a:p>
                      <a:pPr algn="just">
                        <a:lnSpc>
                          <a:spcPct val="107000"/>
                        </a:lnSpc>
                        <a:spcAft>
                          <a:spcPts val="800"/>
                        </a:spcAft>
                      </a:pPr>
                      <a:r>
                        <a:rPr lang="es-ES_tradnl" sz="2000" kern="0" dirty="0">
                          <a:effectLst/>
                          <a:latin typeface="Arial" panose="020B0604020202020204" pitchFamily="34" charset="0"/>
                          <a:ea typeface="Times New Roman" panose="02020603050405020304" pitchFamily="18" charset="0"/>
                          <a:cs typeface="Arial" panose="020B0604020202020204" pitchFamily="34" charset="0"/>
                        </a:rPr>
                        <a:t>Identificar los aspectos que no alcanzaron los estudiantes de las competencias</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ES_tradnl"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785388740"/>
                  </a:ext>
                </a:extLst>
              </a:tr>
              <a:tr h="379118">
                <a:tc>
                  <a:txBody>
                    <a:bodyPr/>
                    <a:lstStyle/>
                    <a:p>
                      <a:pPr algn="just">
                        <a:lnSpc>
                          <a:spcPct val="107000"/>
                        </a:lnSpc>
                        <a:spcAft>
                          <a:spcPts val="800"/>
                        </a:spcAft>
                      </a:pPr>
                      <a:r>
                        <a:rPr lang="es-ES_tradnl" sz="2000" kern="0" dirty="0">
                          <a:effectLst/>
                          <a:latin typeface="Arial" panose="020B0604020202020204" pitchFamily="34" charset="0"/>
                          <a:ea typeface="Times New Roman" panose="02020603050405020304" pitchFamily="18" charset="0"/>
                          <a:cs typeface="Arial" panose="020B0604020202020204" pitchFamily="34" charset="0"/>
                        </a:rPr>
                        <a:t>El tiempo que cuenta para realizar la recuperación.</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_tradnl" sz="2000" kern="0" dirty="0">
                          <a:effectLst/>
                          <a:latin typeface="Arial" panose="020B0604020202020204" pitchFamily="34" charset="0"/>
                          <a:ea typeface="Times New Roman" panose="02020603050405020304" pitchFamily="18" charset="0"/>
                          <a:cs typeface="Arial" panose="020B0604020202020204" pitchFamily="34" charset="0"/>
                        </a:rPr>
                        <a:t> </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ES_tradnl" sz="2400" kern="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24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926232486"/>
                  </a:ext>
                </a:extLst>
              </a:tr>
              <a:tr h="826276">
                <a:tc>
                  <a:txBody>
                    <a:bodyPr/>
                    <a:lstStyle/>
                    <a:p>
                      <a:pPr algn="just">
                        <a:lnSpc>
                          <a:spcPct val="107000"/>
                        </a:lnSpc>
                        <a:spcAft>
                          <a:spcPts val="800"/>
                        </a:spcAft>
                      </a:pPr>
                      <a:r>
                        <a:rPr lang="es-ES_tradnl" sz="2000" kern="0" dirty="0">
                          <a:effectLst/>
                          <a:latin typeface="Arial" panose="020B0604020202020204" pitchFamily="34" charset="0"/>
                          <a:ea typeface="Times New Roman" panose="02020603050405020304" pitchFamily="18" charset="0"/>
                          <a:cs typeface="Arial" panose="020B0604020202020204" pitchFamily="34" charset="0"/>
                        </a:rPr>
                        <a:t>Identificar la estrategia a utilizar, ejemplo. Tutorías entre pares a fin de que los estudiantes aventajados apoyen a sus compañeros</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ES_tradnl"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849253347"/>
                  </a:ext>
                </a:extLst>
              </a:tr>
              <a:tr h="722566">
                <a:tc>
                  <a:txBody>
                    <a:bodyPr/>
                    <a:lstStyle/>
                    <a:p>
                      <a:pPr algn="just">
                        <a:lnSpc>
                          <a:spcPct val="107000"/>
                        </a:lnSpc>
                        <a:spcAft>
                          <a:spcPts val="800"/>
                        </a:spcAft>
                      </a:pPr>
                      <a:r>
                        <a:rPr lang="es-ES_tradnl" sz="2000" kern="0" dirty="0">
                          <a:effectLst/>
                          <a:latin typeface="Arial" panose="020B0604020202020204" pitchFamily="34" charset="0"/>
                          <a:ea typeface="Times New Roman" panose="02020603050405020304" pitchFamily="18" charset="0"/>
                          <a:cs typeface="Arial" panose="020B0604020202020204" pitchFamily="34" charset="0"/>
                        </a:rPr>
                        <a:t>Diseñar actividades que permitan alcanzar aquellos aspectos no alcanzado de las competencias.</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ES_tradnl"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3194174"/>
                  </a:ext>
                </a:extLst>
              </a:tr>
              <a:tr h="0">
                <a:tc>
                  <a:txBody>
                    <a:bodyPr/>
                    <a:lstStyle/>
                    <a:p>
                      <a:pPr algn="just">
                        <a:lnSpc>
                          <a:spcPct val="107000"/>
                        </a:lnSpc>
                        <a:spcAft>
                          <a:spcPts val="800"/>
                        </a:spcAft>
                      </a:pPr>
                      <a:r>
                        <a:rPr lang="es-ES_tradnl" sz="2000" kern="0" dirty="0">
                          <a:effectLst/>
                          <a:latin typeface="Arial" panose="020B0604020202020204" pitchFamily="34" charset="0"/>
                          <a:ea typeface="Times New Roman" panose="02020603050405020304" pitchFamily="18" charset="0"/>
                          <a:cs typeface="Arial" panose="020B0604020202020204" pitchFamily="34" charset="0"/>
                        </a:rPr>
                        <a:t>Revisar las evidencias y orientarlas.</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ES_tradnl"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3555128876"/>
                  </a:ext>
                </a:extLst>
              </a:tr>
              <a:tr h="376421">
                <a:tc>
                  <a:txBody>
                    <a:bodyPr/>
                    <a:lstStyle/>
                    <a:p>
                      <a:pPr algn="just">
                        <a:lnSpc>
                          <a:spcPct val="107000"/>
                        </a:lnSpc>
                        <a:spcAft>
                          <a:spcPts val="800"/>
                        </a:spcAft>
                      </a:pPr>
                      <a:r>
                        <a:rPr lang="es-ES_tradnl" sz="2000" kern="0" dirty="0">
                          <a:effectLst/>
                          <a:latin typeface="Arial" panose="020B0604020202020204" pitchFamily="34" charset="0"/>
                          <a:ea typeface="Times New Roman" panose="02020603050405020304" pitchFamily="18" charset="0"/>
                          <a:cs typeface="Arial" panose="020B0604020202020204" pitchFamily="34" charset="0"/>
                        </a:rPr>
                        <a:t>Evaluar las evidencias.</a:t>
                      </a:r>
                      <a:endParaRPr lang="es-DO" sz="2000" kern="100" dirty="0">
                        <a:effectLst/>
                        <a:latin typeface="Arial" panose="020B06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s-ES_tradnl" sz="2400"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s-DO" sz="24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2749249531"/>
                  </a:ext>
                </a:extLst>
              </a:tr>
            </a:tbl>
          </a:graphicData>
        </a:graphic>
      </p:graphicFrame>
    </p:spTree>
    <p:extLst>
      <p:ext uri="{BB962C8B-B14F-4D97-AF65-F5344CB8AC3E}">
        <p14:creationId xmlns:p14="http://schemas.microsoft.com/office/powerpoint/2010/main" val="5740859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A3363022-C969-41E9-8EB2-E4C94908C1F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ectangle 11">
            <a:extLst>
              <a:ext uri="{FF2B5EF4-FFF2-40B4-BE49-F238E27FC236}">
                <a16:creationId xmlns:a16="http://schemas.microsoft.com/office/drawing/2014/main" xmlns="" id="{8D1AD6B3-BE88-4CEB-BA17-790657CC47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CuadroTexto 2">
            <a:extLst>
              <a:ext uri="{FF2B5EF4-FFF2-40B4-BE49-F238E27FC236}">
                <a16:creationId xmlns:a16="http://schemas.microsoft.com/office/drawing/2014/main" xmlns="" id="{CD856C2B-660F-FCA2-5563-862A3C4B1271}"/>
              </a:ext>
            </a:extLst>
          </p:cNvPr>
          <p:cNvSpPr txBox="1"/>
          <p:nvPr/>
        </p:nvSpPr>
        <p:spPr>
          <a:xfrm>
            <a:off x="4253630" y="1579877"/>
            <a:ext cx="8049630" cy="3868423"/>
          </a:xfrm>
          <a:prstGeom prst="rect">
            <a:avLst/>
          </a:prstGeom>
        </p:spPr>
        <p:txBody>
          <a:bodyPr vert="horz" lIns="91440" tIns="45720" rIns="91440" bIns="45720" rtlCol="0" anchor="t">
            <a:noAutofit/>
          </a:bodyPr>
          <a:lstStyle/>
          <a:p>
            <a:pPr>
              <a:lnSpc>
                <a:spcPct val="90000"/>
              </a:lnSpc>
              <a:spcBef>
                <a:spcPct val="0"/>
              </a:spcBef>
              <a:spcAft>
                <a:spcPts val="600"/>
              </a:spcAft>
            </a:pPr>
            <a:r>
              <a:rPr lang="en-US" sz="5400" b="1" dirty="0">
                <a:solidFill>
                  <a:srgbClr val="44546A"/>
                </a:solidFill>
                <a:latin typeface="Times New Roman" panose="02020603050405020304" pitchFamily="18" charset="0"/>
                <a:ea typeface="+mj-ea"/>
                <a:cs typeface="Times New Roman" panose="02020603050405020304" pitchFamily="18" charset="0"/>
              </a:rPr>
              <a:t>Evaluación  del Día </a:t>
            </a:r>
          </a:p>
          <a:p>
            <a:pPr>
              <a:lnSpc>
                <a:spcPct val="90000"/>
              </a:lnSpc>
              <a:spcBef>
                <a:spcPct val="0"/>
              </a:spcBef>
              <a:spcAft>
                <a:spcPts val="600"/>
              </a:spcAft>
            </a:pPr>
            <a:endParaRPr lang="en-US" sz="5400" b="1" dirty="0">
              <a:solidFill>
                <a:srgbClr val="44546A"/>
              </a:solidFill>
              <a:latin typeface="Times New Roman" panose="02020603050405020304" pitchFamily="18" charset="0"/>
              <a:ea typeface="+mj-ea"/>
              <a:cs typeface="Times New Roman" panose="02020603050405020304" pitchFamily="18" charset="0"/>
            </a:endParaRPr>
          </a:p>
          <a:p>
            <a:pPr>
              <a:lnSpc>
                <a:spcPct val="90000"/>
              </a:lnSpc>
              <a:spcBef>
                <a:spcPct val="0"/>
              </a:spcBef>
              <a:spcAft>
                <a:spcPts val="600"/>
              </a:spcAft>
            </a:pPr>
            <a:r>
              <a:rPr lang="en-US" sz="5400" b="1" dirty="0">
                <a:solidFill>
                  <a:srgbClr val="44546A"/>
                </a:solidFill>
                <a:latin typeface="Times New Roman" panose="02020603050405020304" pitchFamily="18" charset="0"/>
                <a:ea typeface="+mj-ea"/>
                <a:cs typeface="Times New Roman" panose="02020603050405020304" pitchFamily="18" charset="0"/>
              </a:rPr>
              <a:t>Acuerdos y Compromisos </a:t>
            </a:r>
            <a:endParaRPr lang="en-US" sz="5400" dirty="0">
              <a:solidFill>
                <a:srgbClr val="44546A"/>
              </a:solidFill>
              <a:latin typeface="Times New Roman" panose="02020603050405020304" pitchFamily="18" charset="0"/>
              <a:ea typeface="+mj-ea"/>
              <a:cs typeface="Times New Roman" panose="02020603050405020304" pitchFamily="18" charset="0"/>
            </a:endParaRPr>
          </a:p>
        </p:txBody>
      </p:sp>
      <p:pic>
        <p:nvPicPr>
          <p:cNvPr id="7" name="Graphic 6" descr="Compromisos">
            <a:extLst>
              <a:ext uri="{FF2B5EF4-FFF2-40B4-BE49-F238E27FC236}">
                <a16:creationId xmlns:a16="http://schemas.microsoft.com/office/drawing/2014/main" xmlns="" id="{9D5A917F-60C4-BA28-A57C-0A024545A4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4" name="Group 13">
            <a:extLst>
              <a:ext uri="{FF2B5EF4-FFF2-40B4-BE49-F238E27FC236}">
                <a16:creationId xmlns:a16="http://schemas.microsoft.com/office/drawing/2014/main" xmlns="" id="{89D1390B-7E13-4B4F-9CB2-391063412E5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4253" y="-5977"/>
            <a:ext cx="6238675" cy="6863979"/>
            <a:chOff x="305" y="-5977"/>
            <a:chExt cx="6238675" cy="6863979"/>
          </a:xfrm>
        </p:grpSpPr>
        <p:sp>
          <p:nvSpPr>
            <p:cNvPr id="15" name="Freeform: Shape 14">
              <a:extLst>
                <a:ext uri="{FF2B5EF4-FFF2-40B4-BE49-F238E27FC236}">
                  <a16:creationId xmlns:a16="http://schemas.microsoft.com/office/drawing/2014/main" xmlns="" id="{9E720206-AA49-4786-A932-A2650DE09183}"/>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6" name="Freeform: Shape 15">
              <a:extLst>
                <a:ext uri="{FF2B5EF4-FFF2-40B4-BE49-F238E27FC236}">
                  <a16:creationId xmlns:a16="http://schemas.microsoft.com/office/drawing/2014/main" xmlns="" id="{C72F6EE6-EDE9-45A5-8F6D-02B9B7CB2C2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sp>
          <p:nvSpPr>
            <p:cNvPr id="17" name="Freeform: Shape 16">
              <a:extLst>
                <a:ext uri="{FF2B5EF4-FFF2-40B4-BE49-F238E27FC236}">
                  <a16:creationId xmlns:a16="http://schemas.microsoft.com/office/drawing/2014/main" xmlns="" id="{C093DC50-3BD7-46B1-A300-CD207E152FF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endParaRPr>
            </a:p>
          </p:txBody>
        </p:sp>
      </p:grpSp>
    </p:spTree>
    <p:extLst>
      <p:ext uri="{BB962C8B-B14F-4D97-AF65-F5344CB8AC3E}">
        <p14:creationId xmlns:p14="http://schemas.microsoft.com/office/powerpoint/2010/main" val="35168818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xmlns="" id="{1BABE2AD-FBDD-9954-9EA2-245C01485FA4}"/>
              </a:ext>
            </a:extLst>
          </p:cNvPr>
          <p:cNvSpPr txBox="1"/>
          <p:nvPr/>
        </p:nvSpPr>
        <p:spPr>
          <a:xfrm>
            <a:off x="428625" y="342900"/>
            <a:ext cx="11353800" cy="6875280"/>
          </a:xfrm>
          <a:prstGeom prst="rect">
            <a:avLst/>
          </a:prstGeom>
          <a:noFill/>
        </p:spPr>
        <p:txBody>
          <a:bodyPr wrap="square">
            <a:spAutoFit/>
          </a:bodyPr>
          <a:lstStyle/>
          <a:p>
            <a:pPr algn="just">
              <a:lnSpc>
                <a:spcPct val="107000"/>
              </a:lnSpc>
              <a:spcAft>
                <a:spcPts val="800"/>
              </a:spcAft>
            </a:pPr>
            <a:r>
              <a:rPr lang="es-DO" sz="2800" b="1"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Referencias </a:t>
            </a:r>
            <a:endParaRPr lang="es-DO"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marL="457200" indent="-457200">
              <a:lnSpc>
                <a:spcPct val="107000"/>
              </a:lnSpc>
              <a:spcAft>
                <a:spcPts val="800"/>
              </a:spcAft>
            </a:pPr>
            <a:r>
              <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Tobón Sergio, P. J. (2010). </a:t>
            </a:r>
            <a:r>
              <a:rPr lang="es-ES" sz="2800" i="1"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Aprendizaje y Evaluación De Competencias .</a:t>
            </a:r>
            <a:r>
              <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 México : Pearson.</a:t>
            </a:r>
          </a:p>
          <a:p>
            <a:pPr marL="457200" indent="-457200">
              <a:lnSpc>
                <a:spcPct val="107000"/>
              </a:lnSpc>
              <a:spcAft>
                <a:spcPts val="800"/>
              </a:spcAft>
            </a:pPr>
            <a:endPar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marL="457200" indent="-457200">
              <a:lnSpc>
                <a:spcPct val="107000"/>
              </a:lnSpc>
              <a:spcAft>
                <a:spcPts val="800"/>
              </a:spcAft>
            </a:pPr>
            <a:r>
              <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Tobón, S. (2017). </a:t>
            </a:r>
            <a:r>
              <a:rPr lang="es-ES" sz="2800" i="1"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Evaluación Socioformativa .Estrategias e Instrumentos.</a:t>
            </a:r>
            <a:r>
              <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 USA: Kresearch.</a:t>
            </a:r>
          </a:p>
          <a:p>
            <a:pPr algn="just">
              <a:lnSpc>
                <a:spcPct val="107000"/>
              </a:lnSpc>
              <a:spcAft>
                <a:spcPts val="800"/>
              </a:spcAft>
            </a:pPr>
            <a:endPar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Ministerio de Educacion (2023) .</a:t>
            </a:r>
            <a:r>
              <a:rPr lang="es-ES" sz="2800" i="1"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Adecuación Curricular </a:t>
            </a:r>
            <a:r>
              <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.Santo Domingo .República  Dominicana.</a:t>
            </a:r>
          </a:p>
          <a:p>
            <a:pPr algn="just">
              <a:lnSpc>
                <a:spcPct val="107000"/>
              </a:lnSpc>
              <a:spcAft>
                <a:spcPts val="800"/>
              </a:spcAft>
            </a:pPr>
            <a:endPar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Ministerio de Educación (2023). Ordenanza de Evaluación . .Santo Domingo .República Dominicana.</a:t>
            </a:r>
            <a:endParaRPr lang="es-DO"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a:p>
            <a:pPr algn="just">
              <a:lnSpc>
                <a:spcPct val="107000"/>
              </a:lnSpc>
              <a:spcAft>
                <a:spcPts val="800"/>
              </a:spcAft>
            </a:pPr>
            <a:r>
              <a:rPr lang="es-ES"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rPr>
              <a:t> </a:t>
            </a:r>
            <a:endParaRPr lang="es-DO" sz="2800" kern="100" dirty="0">
              <a:solidFill>
                <a:prstClr val="black"/>
              </a:solidFill>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883008924"/>
      </p:ext>
    </p:extLst>
  </p:cSld>
  <p:clrMapOvr>
    <a:masterClrMapping/>
  </p:clrMapOvr>
  <p:timing>
    <p:tnLst>
      <p:par>
        <p:cTn id="1" dur="indefinite" restart="never" nodeType="tmRoot"/>
      </p:par>
    </p:tnLst>
  </p:timing>
</p:sld>
</file>

<file path=ppt/theme/theme1.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5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6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7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8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9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0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4662</TotalTime>
  <Words>1508</Words>
  <Application>Microsoft Office PowerPoint</Application>
  <PresentationFormat>Panorámica</PresentationFormat>
  <Paragraphs>208</Paragraphs>
  <Slides>17</Slides>
  <Notes>0</Notes>
  <HiddenSlides>0</HiddenSlides>
  <MMClips>0</MMClips>
  <ScaleCrop>false</ScaleCrop>
  <HeadingPairs>
    <vt:vector size="6" baseType="variant">
      <vt:variant>
        <vt:lpstr>Fuentes usadas</vt:lpstr>
      </vt:variant>
      <vt:variant>
        <vt:i4>10</vt:i4>
      </vt:variant>
      <vt:variant>
        <vt:lpstr>Tema</vt:lpstr>
      </vt:variant>
      <vt:variant>
        <vt:i4>15</vt:i4>
      </vt:variant>
      <vt:variant>
        <vt:lpstr>Títulos de diapositiva</vt:lpstr>
      </vt:variant>
      <vt:variant>
        <vt:i4>17</vt:i4>
      </vt:variant>
    </vt:vector>
  </HeadingPairs>
  <TitlesOfParts>
    <vt:vector size="42" baseType="lpstr">
      <vt:lpstr>Aptos</vt:lpstr>
      <vt:lpstr>Arial</vt:lpstr>
      <vt:lpstr>Calibri</vt:lpstr>
      <vt:lpstr>Calibri Light</vt:lpstr>
      <vt:lpstr>Cambria Math</vt:lpstr>
      <vt:lpstr>Consolas</vt:lpstr>
      <vt:lpstr>Symbol</vt:lpstr>
      <vt:lpstr>Times New Roman</vt:lpstr>
      <vt:lpstr>Trebuchet MS</vt:lpstr>
      <vt:lpstr>Verdana</vt:lpstr>
      <vt:lpstr>1_Tema de Office</vt:lpstr>
      <vt:lpstr>2_Tema de Office</vt:lpstr>
      <vt:lpstr>3_Tema de Office</vt:lpstr>
      <vt:lpstr>4_Tema de Office</vt:lpstr>
      <vt:lpstr>5_Tema de Office</vt:lpstr>
      <vt:lpstr>6_Tema de Office</vt:lpstr>
      <vt:lpstr>7_Tema de Office</vt:lpstr>
      <vt:lpstr>8_Tema de Office</vt:lpstr>
      <vt:lpstr>9_Tema de Office</vt:lpstr>
      <vt:lpstr>10_Tema de Office</vt:lpstr>
      <vt:lpstr>11_Tema de Office</vt:lpstr>
      <vt:lpstr>12_Tema de Office</vt:lpstr>
      <vt:lpstr>13_Tema de Office</vt:lpstr>
      <vt:lpstr>14_Tema de Office</vt:lpstr>
      <vt:lpstr>15_Tema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Personal</dc:creator>
  <cp:lastModifiedBy>Personal</cp:lastModifiedBy>
  <cp:revision>5</cp:revision>
  <dcterms:created xsi:type="dcterms:W3CDTF">2024-07-12T11:59:46Z</dcterms:created>
  <dcterms:modified xsi:type="dcterms:W3CDTF">2024-07-22T23:32:47Z</dcterms:modified>
</cp:coreProperties>
</file>