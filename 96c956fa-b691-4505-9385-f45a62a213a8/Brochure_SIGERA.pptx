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2" d="100"/>
          <a:sy n="82" d="100"/>
        </p:scale>
        <p:origin x="107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vin Antonio Florimon  De Jesus" userId="af6452e4-9f60-437f-b9e1-16e65fd6bb1c" providerId="ADAL" clId="{31AE4730-5259-4900-84D2-3C80322D70A6}"/>
    <pc:docChg chg="modSld">
      <pc:chgData name="Kelvin Antonio Florimon  De Jesus" userId="af6452e4-9f60-437f-b9e1-16e65fd6bb1c" providerId="ADAL" clId="{31AE4730-5259-4900-84D2-3C80322D70A6}" dt="2026-08-07T23:50:04.653" v="48" actId="20577"/>
      <pc:docMkLst>
        <pc:docMk/>
      </pc:docMkLst>
      <pc:sldChg chg="modSp mod">
        <pc:chgData name="Kelvin Antonio Florimon  De Jesus" userId="af6452e4-9f60-437f-b9e1-16e65fd6bb1c" providerId="ADAL" clId="{31AE4730-5259-4900-84D2-3C80322D70A6}" dt="2026-08-07T23:50:04.653" v="48" actId="20577"/>
        <pc:sldMkLst>
          <pc:docMk/>
          <pc:sldMk cId="0" sldId="256"/>
        </pc:sldMkLst>
        <pc:spChg chg="mod">
          <ac:chgData name="Kelvin Antonio Florimon  De Jesus" userId="af6452e4-9f60-437f-b9e1-16e65fd6bb1c" providerId="ADAL" clId="{31AE4730-5259-4900-84D2-3C80322D70A6}" dt="2026-08-07T23:50:04.653" v="48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720000"/>
            <a:ext cx="28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D6"/>
                </a:solidFill>
              </a:rPr>
              <a:t>NUESTRA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260000"/>
            <a:ext cx="284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El sistema educativo dominicano genera millones de datos a través del Registro de Grado. SIGERA digitaliza este proceso para convertir el trabajo manual en información estratégica, garantizando precisión, transparencia y agilidad.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700000"/>
            <a:ext cx="284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• Cálculo exacto de promedios de competencias.
• Automatización de Completivas y Extraordinarias.
• Alertas preventivas de inasistencia.
• Boletines con formato oficial MINERD.
• Cumplimiento de la Ordenanza 04-2023.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4680000"/>
            <a:ext cx="2844000" cy="938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64000" y="0"/>
            <a:ext cx="3564000" cy="39600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80000" y="1080000"/>
            <a:ext cx="32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EL PODER DE LOS DATOS
AL SERVICIO DE
LA EDUCACIÓN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4320000"/>
            <a:ext cx="32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D6"/>
                </a:solidFill>
              </a:rPr>
              <a:t>CONTACTO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0000" y="4860000"/>
            <a:ext cx="320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</a:rPr>
              <a:t>
TELÉFONOS
</a:t>
            </a:r>
            <a:r>
              <a:rPr lang="es-DO" sz="1000" b="0" dirty="0">
                <a:solidFill>
                  <a:srgbClr val="000000"/>
                </a:solidFill>
              </a:rPr>
              <a:t>829-765-2072</a:t>
            </a:r>
            <a:r>
              <a:rPr sz="1000" b="0" dirty="0">
                <a:solidFill>
                  <a:srgbClr val="000000"/>
                </a:solidFill>
              </a:rPr>
              <a:t>
EN LÍNEA
</a:t>
            </a:r>
            <a:r>
              <a:rPr lang="es-DO" sz="1000" dirty="0">
                <a:solidFill>
                  <a:srgbClr val="000000"/>
                </a:solidFill>
              </a:rPr>
              <a:t> </a:t>
            </a:r>
            <a:r>
              <a:rPr lang="es-DO" sz="1000" b="0" dirty="0" err="1">
                <a:solidFill>
                  <a:srgbClr val="000000"/>
                </a:solidFill>
              </a:rPr>
              <a:t>Kelvin.florimon@docente</a:t>
            </a:r>
            <a:r>
              <a:rPr sz="1000" b="0" dirty="0">
                <a:solidFill>
                  <a:srgbClr val="000000"/>
                </a:solidFill>
              </a:rPr>
              <a:t>.edu.do</a:t>
            </a:r>
          </a:p>
        </p:txBody>
      </p:sp>
      <p:pic>
        <p:nvPicPr>
          <p:cNvPr id="10" name="Picture 9" descr="image3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000" y="0"/>
            <a:ext cx="3564000" cy="4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80000" y="4680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9BD6"/>
                </a:solidFill>
              </a:rPr>
              <a:t>SIGERA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0000" y="5400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0A1E3F"/>
                </a:solidFill>
              </a:rPr>
              <a:t>SISTEMA DE GESTIÓN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0000" y="5940000"/>
            <a:ext cx="30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Solución integral para el registro y análisis del rendimiento académico en el nivel secundario. Cumplimiento absoluto con los estándares del MINERD.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880000"/>
            <a:ext cx="28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D6"/>
                </a:solidFill>
              </a:rPr>
              <a:t>OBJETIVOS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420000"/>
            <a:ext cx="2844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SIGERA fue diseñado para resolver problemáticas reales de la gestión académica dominicana.
Eficiencia Docente:
Eliminación del trabajo repetitivo en cálculos y transcripciones hacia los boletines de calificaciones.
Decisiones Basadas en Datos:
La dirección escolar cuenta con analítica detallada de aprobación y riesgo escolar.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0" y="720000"/>
            <a:ext cx="32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D6"/>
                </a:solidFill>
              </a:rPr>
              <a:t>NUEVAS POSIBILIDADES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0000" y="1260000"/>
            <a:ext cx="320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El sistema interconecta a toda la comunidad educativa. Los coordinadores pueden validar registros en tiempo real, mientras los directores visualizan el progreso del centro.</a:t>
            </a:r>
          </a:p>
        </p:txBody>
      </p:sp>
      <p:pic>
        <p:nvPicPr>
          <p:cNvPr id="6" name="Picture 5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000" y="2520000"/>
            <a:ext cx="3204000" cy="21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80000" y="5040000"/>
            <a:ext cx="32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E3F"/>
                </a:solidFill>
              </a:rPr>
              <a:t>PREVENCIÓN ACADÉMICA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5580000"/>
            <a:ext cx="320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Gracias al motor de cálculos y reglas de evaluación (Ordenanza 04-2023), identificamos automáticamente a los estudiantes que necesitan apoyo y recuperación pedagógica temprana.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8000" y="0"/>
            <a:ext cx="3564000" cy="75600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80000" y="720000"/>
            <a:ext cx="30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D6"/>
                </a:solidFill>
              </a:rPr>
              <a:t>COMPONENTES DEL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0000" y="1800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Motor de Cálculos Normativo
Evaluación automática de competencias, completivas (50/50) y extraordinarias (30/70).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0000" y="2880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Generación de Boletines
Exportación masiva de boletines idénticos al formato oficial del MINERD.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0000" y="3960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Dashboard Directivo
Métricas de rendimiento por sección, grado y docente, visibilidad total.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0000" y="5040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Alertas Tempranas
Detección de estudiantes con ausentismo o con peligro de repitencia escolar.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316</Words>
  <Application>Microsoft Office PowerPoint</Application>
  <PresentationFormat>Personalizado</PresentationFormat>
  <Paragraphs>20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KELVIN ANTONIO FLORIMON DE JESUS</cp:lastModifiedBy>
  <cp:revision>1</cp:revision>
  <dcterms:created xsi:type="dcterms:W3CDTF">2013-01-27T09:14:16Z</dcterms:created>
  <dcterms:modified xsi:type="dcterms:W3CDTF">2026-08-07T23:50:13Z</dcterms:modified>
  <cp:category/>
</cp:coreProperties>
</file>